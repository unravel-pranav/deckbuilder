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handoutMasterIdLst>
    <p:handoutMasterId r:id="rId4"/>
  </p:handoutMasterIdLst>
  <p:sldIdLst>
    <p:sldId id="2076137661" r:id="rId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12"/>
  </p:normalViewPr>
  <p:slideViewPr>
    <p:cSldViewPr snapToGrid="0">
      <p:cViewPr varScale="1">
        <p:scale>
          <a:sx n="78" d="100"/>
          <a:sy n="78" d="100"/>
        </p:scale>
        <p:origin x="2960" y="168"/>
      </p:cViewPr>
      <p:guideLst/>
    </p:cSldViewPr>
  </p:slideViewPr>
  <p:notesTextViewPr>
    <p:cViewPr>
      <p:scale>
        <a:sx n="1" d="1"/>
        <a:sy n="1" d="1"/>
      </p:scale>
      <p:origin x="0" y="0"/>
    </p:cViewPr>
  </p:notesTextViewPr>
  <p:notesViewPr>
    <p:cSldViewPr snapToGrid="0">
      <p:cViewPr varScale="1">
        <p:scale>
          <a:sx n="91" d="100"/>
          <a:sy n="91" d="100"/>
        </p:scale>
        <p:origin x="39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2BB9CA-35D8-8772-BB53-EBB15C64CB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8A9CFA4-A1D6-BBFF-65B6-4A3B4CA1BF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958A3A-3CC5-EF40-AEDB-E6D6E4DD17D8}" type="datetimeFigureOut">
              <a:rPr lang="en-US" smtClean="0"/>
              <a:t>1/13/26</a:t>
            </a:fld>
            <a:endParaRPr lang="en-US"/>
          </a:p>
        </p:txBody>
      </p:sp>
      <p:sp>
        <p:nvSpPr>
          <p:cNvPr id="4" name="Footer Placeholder 3">
            <a:extLst>
              <a:ext uri="{FF2B5EF4-FFF2-40B4-BE49-F238E27FC236}">
                <a16:creationId xmlns:a16="http://schemas.microsoft.com/office/drawing/2014/main" id="{5E545D7E-4F6F-CBB6-7A17-03CD41BBF3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E493714-16BC-A2A8-81E3-EF9076E889A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9AEA60-F569-A14B-A918-C2330F59EC84}" type="slidenum">
              <a:rPr lang="en-US" smtClean="0"/>
              <a:t>‹#›</a:t>
            </a:fld>
            <a:endParaRPr lang="en-US"/>
          </a:p>
        </p:txBody>
      </p:sp>
    </p:spTree>
    <p:extLst>
      <p:ext uri="{BB962C8B-B14F-4D97-AF65-F5344CB8AC3E}">
        <p14:creationId xmlns:p14="http://schemas.microsoft.com/office/powerpoint/2010/main" val="3688507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C9CED5-FF82-4046-82DC-34AD9030F7BD}" type="datetimeFigureOut">
              <a:rPr lang="en-US" smtClean="0"/>
              <a:t>1/13/26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FD3080-381B-7E4F-B678-FA68BE7521DE}" type="slidenum">
              <a:rPr lang="en-US" smtClean="0"/>
              <a:t>‹#›</a:t>
            </a:fld>
            <a:endParaRPr lang="en-US"/>
          </a:p>
        </p:txBody>
      </p:sp>
    </p:spTree>
    <p:extLst>
      <p:ext uri="{BB962C8B-B14F-4D97-AF65-F5344CB8AC3E}">
        <p14:creationId xmlns:p14="http://schemas.microsoft.com/office/powerpoint/2010/main" val="2787777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36788" y="1143000"/>
            <a:ext cx="2384425"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1</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1647449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ief - Cvr, 1 Col and stats">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9DC99241-8191-4D25-ACA9-4F986E0C070D}"/>
              </a:ext>
            </a:extLst>
          </p:cNvPr>
          <p:cNvGrpSpPr/>
          <p:nvPr userDrawn="1"/>
        </p:nvGrpSpPr>
        <p:grpSpPr>
          <a:xfrm>
            <a:off x="0" y="0"/>
            <a:ext cx="7772400" cy="3192463"/>
            <a:chOff x="0" y="0"/>
            <a:chExt cx="7772400" cy="3192463"/>
          </a:xfrm>
        </p:grpSpPr>
        <p:sp>
          <p:nvSpPr>
            <p:cNvPr id="24" name="Master Slide Cover">
              <a:extLst>
                <a:ext uri="{FF2B5EF4-FFF2-40B4-BE49-F238E27FC236}">
                  <a16:creationId xmlns:a16="http://schemas.microsoft.com/office/drawing/2014/main" id="{29F29F0E-9CD7-4714-B908-3BF2A1AC84CB}"/>
                </a:ext>
              </a:extLst>
            </p:cNvPr>
            <p:cNvSpPr/>
            <p:nvPr userDrawn="1"/>
          </p:nvSpPr>
          <p:spPr>
            <a:xfrm>
              <a:off x="0" y="0"/>
              <a:ext cx="7772400" cy="31924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000" dirty="0">
                <a:solidFill>
                  <a:schemeClr val="bg1"/>
                </a:solidFill>
              </a:endParaRPr>
            </a:p>
          </p:txBody>
        </p:sp>
        <p:sp>
          <p:nvSpPr>
            <p:cNvPr id="26" name="CBRE Vector Logo">
              <a:extLst>
                <a:ext uri="{FF2B5EF4-FFF2-40B4-BE49-F238E27FC236}">
                  <a16:creationId xmlns:a16="http://schemas.microsoft.com/office/drawing/2014/main" id="{59D88FA1-FB79-4B70-88A9-85F23B0F4FE1}"/>
                </a:ext>
              </a:extLst>
            </p:cNvPr>
            <p:cNvSpPr>
              <a:spLocks noChangeAspect="1"/>
            </p:cNvSpPr>
            <p:nvPr userDrawn="1"/>
          </p:nvSpPr>
          <p:spPr>
            <a:xfrm>
              <a:off x="6436678" y="505401"/>
              <a:ext cx="822960" cy="204459"/>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sz="2000" dirty="0"/>
            </a:p>
          </p:txBody>
        </p:sp>
        <p:sp>
          <p:nvSpPr>
            <p:cNvPr id="28" name="Cover Line of Sight">
              <a:extLst>
                <a:ext uri="{FF2B5EF4-FFF2-40B4-BE49-F238E27FC236}">
                  <a16:creationId xmlns:a16="http://schemas.microsoft.com/office/drawing/2014/main" id="{1976C8B8-AECE-43AE-A81F-BF3B33FBA1F6}"/>
                </a:ext>
              </a:extLst>
            </p:cNvPr>
            <p:cNvSpPr/>
            <p:nvPr userDrawn="1"/>
          </p:nvSpPr>
          <p:spPr>
            <a:xfrm>
              <a:off x="0" y="511175"/>
              <a:ext cx="137160" cy="2542032"/>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sz="2000" dirty="0">
                <a:solidFill>
                  <a:schemeClr val="bg1"/>
                </a:solidFill>
              </a:endParaRPr>
            </a:p>
          </p:txBody>
        </p:sp>
      </p:gr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1066800" y="965200"/>
            <a:ext cx="4105275" cy="2189480"/>
          </a:xfrm>
        </p:spPr>
        <p:txBody>
          <a:bodyPr anchor="b" anchorCtr="0"/>
          <a:lstStyle>
            <a:lvl1pPr>
              <a:spcBef>
                <a:spcPts val="0"/>
              </a:spcBef>
              <a:spcAft>
                <a:spcPts val="1000"/>
              </a:spcAft>
              <a:defRPr sz="1200" cap="none" baseline="0">
                <a:solidFill>
                  <a:srgbClr val="435254"/>
                </a:solidFill>
                <a:latin typeface="+mn-lt"/>
              </a:defRPr>
            </a:lvl1pPr>
            <a:lvl2pPr>
              <a:lnSpc>
                <a:spcPct val="90000"/>
              </a:lnSpc>
              <a:spcBef>
                <a:spcPts val="0"/>
              </a:spcBef>
              <a:spcAft>
                <a:spcPts val="0"/>
              </a:spcAft>
              <a:defRPr sz="3200">
                <a:solidFill>
                  <a:schemeClr val="accent6"/>
                </a:solidFill>
                <a:latin typeface="+mj-lt"/>
              </a:defRPr>
            </a:lvl2pPr>
            <a:lvl3pPr>
              <a:lnSpc>
                <a:spcPct val="120000"/>
              </a:lnSpc>
              <a:spcBef>
                <a:spcPts val="900"/>
              </a:spcBef>
              <a:defRPr sz="1200" cap="all" baseline="0">
                <a:solidFill>
                  <a:srgbClr val="435254"/>
                </a:solidFill>
                <a:latin typeface="+mn-lt"/>
              </a:defRPr>
            </a:lvl3pPr>
          </a:lstStyle>
          <a:p>
            <a:pPr lvl="0"/>
            <a:r>
              <a:rPr lang="en-US" dirty="0"/>
              <a:t>Header text (Level 1)</a:t>
            </a:r>
          </a:p>
          <a:p>
            <a:pPr lvl="1"/>
            <a:r>
              <a:rPr lang="en-US" dirty="0"/>
              <a:t>Main Title (Level 2)</a:t>
            </a:r>
          </a:p>
          <a:p>
            <a:pPr lvl="2"/>
            <a:r>
              <a:rPr lang="en-US" dirty="0" err="1"/>
              <a:t>Subheader</a:t>
            </a:r>
            <a:r>
              <a:rPr lang="en-US" dirty="0"/>
              <a:t> text (level 3)</a:t>
            </a:r>
          </a:p>
        </p:txBody>
      </p:sp>
      <p:sp>
        <p:nvSpPr>
          <p:cNvPr id="21" name="Rectangle 20">
            <a:extLst>
              <a:ext uri="{FF2B5EF4-FFF2-40B4-BE49-F238E27FC236}">
                <a16:creationId xmlns:a16="http://schemas.microsoft.com/office/drawing/2014/main" id="{178FF2B3-D91A-3746-BD88-9F96E172DAA0}"/>
              </a:ext>
            </a:extLst>
          </p:cNvPr>
          <p:cNvSpPr/>
          <p:nvPr userDrawn="1"/>
        </p:nvSpPr>
        <p:spPr>
          <a:xfrm>
            <a:off x="8077200" y="609600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sp>
        <p:nvSpPr>
          <p:cNvPr id="22" name="Rectangle 21">
            <a:extLst>
              <a:ext uri="{FF2B5EF4-FFF2-40B4-BE49-F238E27FC236}">
                <a16:creationId xmlns:a16="http://schemas.microsoft.com/office/drawing/2014/main" id="{B641FF01-6466-5A46-A68F-E51C9D86E1C5}"/>
              </a:ext>
            </a:extLst>
          </p:cNvPr>
          <p:cNvSpPr/>
          <p:nvPr userDrawn="1"/>
        </p:nvSpPr>
        <p:spPr>
          <a:xfrm>
            <a:off x="-1752600" y="1295400"/>
            <a:ext cx="1357008" cy="189706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BRIEF</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a:t>
            </a:r>
            <a:r>
              <a:rPr lang="en-US" sz="1000" b="1" dirty="0">
                <a:solidFill>
                  <a:schemeClr val="bg1"/>
                </a:solidFill>
                <a:latin typeface="Calibre Semibold" panose="020B0503030202060203" pitchFamily="34" charset="77"/>
              </a:rPr>
              <a:t>Theme</a:t>
            </a:r>
            <a:r>
              <a:rPr lang="en-US" sz="1000" dirty="0">
                <a:solidFill>
                  <a:schemeClr val="bg1"/>
                </a:solidFill>
                <a:latin typeface="Calibre" panose="020B0503030202060203" pitchFamily="34" charset="77"/>
              </a:rPr>
              <a:t>’ to one of the following:</a:t>
            </a:r>
          </a:p>
          <a:p>
            <a:pPr algn="l">
              <a:spcBef>
                <a:spcPts val="0"/>
              </a:spcBef>
              <a:spcAft>
                <a:spcPts val="600"/>
              </a:spcAft>
            </a:pPr>
            <a:r>
              <a:rPr lang="en-US" sz="1000" b="1" dirty="0">
                <a:solidFill>
                  <a:schemeClr val="bg1"/>
                </a:solidFill>
                <a:latin typeface="Calibre Semibold" panose="020B0503030202060203" pitchFamily="34" charset="77"/>
              </a:rPr>
              <a:t>Intelligent Investment</a:t>
            </a:r>
          </a:p>
          <a:p>
            <a:pPr algn="l">
              <a:spcBef>
                <a:spcPts val="0"/>
              </a:spcBef>
              <a:spcAft>
                <a:spcPts val="600"/>
              </a:spcAft>
            </a:pPr>
            <a:r>
              <a:rPr lang="en-US" sz="1000" b="1" dirty="0">
                <a:solidFill>
                  <a:schemeClr val="bg1"/>
                </a:solidFill>
                <a:latin typeface="Calibre Semibold" panose="020B0503030202060203" pitchFamily="34" charset="77"/>
              </a:rPr>
              <a:t>Future Cities</a:t>
            </a:r>
          </a:p>
          <a:p>
            <a:pPr algn="l">
              <a:spcBef>
                <a:spcPts val="0"/>
              </a:spcBef>
              <a:spcAft>
                <a:spcPts val="600"/>
              </a:spcAft>
            </a:pPr>
            <a:r>
              <a:rPr lang="en-US" sz="1000" b="1" dirty="0">
                <a:solidFill>
                  <a:schemeClr val="bg1"/>
                </a:solidFill>
                <a:latin typeface="Calibre Semibold" panose="020B0503030202060203" pitchFamily="34" charset="77"/>
              </a:rPr>
              <a:t>Adaptive Spaces</a:t>
            </a:r>
          </a:p>
          <a:p>
            <a:pPr algn="l">
              <a:spcBef>
                <a:spcPts val="0"/>
              </a:spcBef>
              <a:spcAft>
                <a:spcPts val="600"/>
              </a:spcAft>
            </a:pPr>
            <a:r>
              <a:rPr lang="en-US" sz="1000" b="1" dirty="0">
                <a:solidFill>
                  <a:schemeClr val="bg1"/>
                </a:solidFill>
                <a:latin typeface="Calibre Semibold" panose="020B0503030202060203" pitchFamily="34" charset="77"/>
              </a:rPr>
              <a:t>Evolving Workforces</a:t>
            </a:r>
          </a:p>
          <a:p>
            <a:pPr algn="l">
              <a:spcBef>
                <a:spcPts val="0"/>
              </a:spcBef>
              <a:spcAft>
                <a:spcPts val="600"/>
              </a:spcAft>
            </a:pPr>
            <a:r>
              <a:rPr lang="en-US" sz="1000" b="1" dirty="0">
                <a:solidFill>
                  <a:schemeClr val="bg1"/>
                </a:solidFill>
                <a:latin typeface="Calibre Semibold" panose="020B0503030202060203" pitchFamily="34" charset="77"/>
              </a:rPr>
              <a:t>Creating Resilience</a:t>
            </a:r>
          </a:p>
        </p:txBody>
      </p:sp>
      <p:grpSp>
        <p:nvGrpSpPr>
          <p:cNvPr id="6" name="Group 5">
            <a:extLst>
              <a:ext uri="{FF2B5EF4-FFF2-40B4-BE49-F238E27FC236}">
                <a16:creationId xmlns:a16="http://schemas.microsoft.com/office/drawing/2014/main" id="{F53F043B-2F25-44DB-84C4-1BC3D36BCADB}"/>
              </a:ext>
            </a:extLst>
          </p:cNvPr>
          <p:cNvGrpSpPr/>
          <p:nvPr userDrawn="1"/>
        </p:nvGrpSpPr>
        <p:grpSpPr>
          <a:xfrm>
            <a:off x="-1600200" y="-76200"/>
            <a:ext cx="11049000" cy="1371600"/>
            <a:chOff x="-1600200" y="-76200"/>
            <a:chExt cx="11049000" cy="1371600"/>
          </a:xfrm>
        </p:grpSpPr>
        <p:sp>
          <p:nvSpPr>
            <p:cNvPr id="5" name="Rectangle 4">
              <a:extLst>
                <a:ext uri="{FF2B5EF4-FFF2-40B4-BE49-F238E27FC236}">
                  <a16:creationId xmlns:a16="http://schemas.microsoft.com/office/drawing/2014/main" id="{CFC2E5CC-C415-4684-B105-D38521688365}"/>
                </a:ext>
              </a:extLst>
            </p:cNvPr>
            <p:cNvSpPr/>
            <p:nvPr userDrawn="1"/>
          </p:nvSpPr>
          <p:spPr>
            <a:xfrm>
              <a:off x="-1600200" y="-76200"/>
              <a:ext cx="1524000" cy="1371600"/>
            </a:xfrm>
            <a:prstGeom prst="rect">
              <a:avLst/>
            </a:prstGeom>
            <a:solidFill>
              <a:srgbClr val="E6E6E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6" name="Rectangle 15">
              <a:extLst>
                <a:ext uri="{FF2B5EF4-FFF2-40B4-BE49-F238E27FC236}">
                  <a16:creationId xmlns:a16="http://schemas.microsoft.com/office/drawing/2014/main" id="{9B5F82AC-E449-4335-BF71-3313ACA90FBD}"/>
                </a:ext>
              </a:extLst>
            </p:cNvPr>
            <p:cNvSpPr/>
            <p:nvPr userDrawn="1"/>
          </p:nvSpPr>
          <p:spPr>
            <a:xfrm>
              <a:off x="7924800" y="-76200"/>
              <a:ext cx="1524000" cy="1371600"/>
            </a:xfrm>
            <a:prstGeom prst="rect">
              <a:avLst/>
            </a:prstGeom>
            <a:solidFill>
              <a:srgbClr val="E6E6E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grpSp>
    </p:spTree>
    <p:extLst>
      <p:ext uri="{BB962C8B-B14F-4D97-AF65-F5344CB8AC3E}">
        <p14:creationId xmlns:p14="http://schemas.microsoft.com/office/powerpoint/2010/main" val="556339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ief - Body, 1 Col and stats">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C3EB59F-1528-1D4E-9DE0-FFCB746251CD}"/>
              </a:ext>
            </a:extLst>
          </p:cNvPr>
          <p:cNvSpPr/>
          <p:nvPr userDrawn="1"/>
        </p:nvSpPr>
        <p:spPr>
          <a:xfrm>
            <a:off x="8077200" y="203835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spTree>
    <p:extLst>
      <p:ext uri="{BB962C8B-B14F-4D97-AF65-F5344CB8AC3E}">
        <p14:creationId xmlns:p14="http://schemas.microsoft.com/office/powerpoint/2010/main" val="3468228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ief - Back, 1 Col, 1 Chart and sta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79C49E-FE9A-C34F-ADFE-CF80E22324C3}"/>
              </a:ext>
            </a:extLst>
          </p:cNvPr>
          <p:cNvSpPr/>
          <p:nvPr userDrawn="1"/>
        </p:nvSpPr>
        <p:spPr>
          <a:xfrm>
            <a:off x="8077200" y="2038350"/>
            <a:ext cx="1219200" cy="18288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algn="l">
              <a:spcBef>
                <a:spcPts val="0"/>
              </a:spcBef>
              <a:spcAft>
                <a:spcPts val="600"/>
              </a:spcAft>
            </a:pPr>
            <a:r>
              <a:rPr lang="en-US" sz="1000" b="1" i="0" dirty="0">
                <a:solidFill>
                  <a:schemeClr val="bg1"/>
                </a:solidFill>
                <a:latin typeface="Calibre Semibold" panose="020B0503030202060203" pitchFamily="34" charset="77"/>
              </a:rPr>
              <a:t>Data/Stat Callouts U</a:t>
            </a:r>
            <a:r>
              <a:rPr lang="en-US" sz="1000" dirty="0">
                <a:solidFill>
                  <a:schemeClr val="bg1"/>
                </a:solidFill>
              </a:rPr>
              <a:t>se as needed to highlight content in the right margin.</a:t>
            </a:r>
          </a:p>
          <a:p>
            <a:pPr algn="l">
              <a:spcBef>
                <a:spcPts val="0"/>
              </a:spcBef>
              <a:spcAft>
                <a:spcPts val="600"/>
              </a:spcAft>
            </a:pPr>
            <a:r>
              <a:rPr lang="en-US" sz="1000" dirty="0">
                <a:solidFill>
                  <a:schemeClr val="bg1"/>
                </a:solidFill>
              </a:rPr>
              <a:t>When using multiple callouts, space as shown in the examples. Use Guides as needed for alignment.</a:t>
            </a:r>
          </a:p>
        </p:txBody>
      </p:sp>
      <p:grpSp>
        <p:nvGrpSpPr>
          <p:cNvPr id="51" name="Back Cover Elements">
            <a:extLst>
              <a:ext uri="{FF2B5EF4-FFF2-40B4-BE49-F238E27FC236}">
                <a16:creationId xmlns:a16="http://schemas.microsoft.com/office/drawing/2014/main" id="{D5CEC803-B73E-164C-888E-CE92550D31EA}"/>
              </a:ext>
            </a:extLst>
          </p:cNvPr>
          <p:cNvGrpSpPr/>
          <p:nvPr userDrawn="1"/>
        </p:nvGrpSpPr>
        <p:grpSpPr>
          <a:xfrm>
            <a:off x="0" y="7865934"/>
            <a:ext cx="7772400" cy="2105714"/>
            <a:chOff x="0" y="8677464"/>
            <a:chExt cx="7772400" cy="2105714"/>
          </a:xfrm>
        </p:grpSpPr>
        <p:sp>
          <p:nvSpPr>
            <p:cNvPr id="52" name="BG Cover">
              <a:extLst>
                <a:ext uri="{FF2B5EF4-FFF2-40B4-BE49-F238E27FC236}">
                  <a16:creationId xmlns:a16="http://schemas.microsoft.com/office/drawing/2014/main" id="{9B9124F0-1B47-B441-A985-CCAEA456E33D}"/>
                </a:ext>
              </a:extLst>
            </p:cNvPr>
            <p:cNvSpPr/>
            <p:nvPr userDrawn="1"/>
          </p:nvSpPr>
          <p:spPr>
            <a:xfrm>
              <a:off x="0" y="9816391"/>
              <a:ext cx="7772400" cy="96678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Disclaimer">
              <a:extLst>
                <a:ext uri="{FF2B5EF4-FFF2-40B4-BE49-F238E27FC236}">
                  <a16:creationId xmlns:a16="http://schemas.microsoft.com/office/drawing/2014/main" id="{C50A346E-DF20-7043-B8E5-8A49BD3C2908}"/>
                </a:ext>
              </a:extLst>
            </p:cNvPr>
            <p:cNvSpPr txBox="1"/>
            <p:nvPr userDrawn="1"/>
          </p:nvSpPr>
          <p:spPr>
            <a:xfrm>
              <a:off x="1077913" y="9759895"/>
              <a:ext cx="6181725" cy="679499"/>
            </a:xfrm>
            <a:prstGeom prst="rect">
              <a:avLst/>
            </a:prstGeom>
            <a:noFill/>
          </p:spPr>
          <p:txBody>
            <a:bodyPr wrap="square" lIns="0" tIns="0" rIns="0" bIns="0">
              <a:noAutofit/>
            </a:bodyPr>
            <a:lstStyle/>
            <a:p>
              <a:pPr algn="l">
                <a:lnSpc>
                  <a:spcPts val="1100"/>
                </a:lnSpc>
                <a:spcBef>
                  <a:spcPts val="227"/>
                </a:spcBef>
                <a:spcAft>
                  <a:spcPts val="0"/>
                </a:spcAft>
              </a:pPr>
              <a:r>
                <a:rPr lang="en-US" sz="700" dirty="0">
                  <a:solidFill>
                    <a:srgbClr val="435154"/>
                  </a:solidFill>
                  <a:latin typeface="Barlow Condensed Light" panose="00000406000000000000" pitchFamily="2" charset="0"/>
                </a:rPr>
                <a:t>© Copyright 2026 All rights reserved. Information contained herein, including projections, has been obtained from sources believed to be reliable, but has not been verified for accuracy or completeness. CBRE, Inc. makes no guarantee, warranty or representation about it. Any reliance on such information is solely at your own risk. This information is exclusively for use by CBRE clients and professionals and may not be reproduced without the prior written permission of CBRE’s Global Chief Economist.</a:t>
              </a:r>
            </a:p>
          </p:txBody>
        </p:sp>
        <p:cxnSp>
          <p:nvCxnSpPr>
            <p:cNvPr id="54" name="Footer Light Grey Line">
              <a:extLst>
                <a:ext uri="{FF2B5EF4-FFF2-40B4-BE49-F238E27FC236}">
                  <a16:creationId xmlns:a16="http://schemas.microsoft.com/office/drawing/2014/main" id="{9D6B2D26-F6C2-4D4C-AF3F-4D81D8B5F99D}"/>
                </a:ext>
              </a:extLst>
            </p:cNvPr>
            <p:cNvCxnSpPr>
              <a:cxnSpLocks/>
            </p:cNvCxnSpPr>
            <p:nvPr userDrawn="1"/>
          </p:nvCxnSpPr>
          <p:spPr>
            <a:xfrm>
              <a:off x="1042596" y="9650730"/>
              <a:ext cx="6180646"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Contact">
              <a:extLst>
                <a:ext uri="{FF2B5EF4-FFF2-40B4-BE49-F238E27FC236}">
                  <a16:creationId xmlns:a16="http://schemas.microsoft.com/office/drawing/2014/main" id="{95DC7BA1-F346-224C-9F0A-71300312C53D}"/>
                </a:ext>
              </a:extLst>
            </p:cNvPr>
            <p:cNvSpPr txBox="1"/>
            <p:nvPr userDrawn="1"/>
          </p:nvSpPr>
          <p:spPr>
            <a:xfrm>
              <a:off x="1042596" y="8677464"/>
              <a:ext cx="6181344" cy="187818"/>
            </a:xfrm>
            <a:prstGeom prst="rect">
              <a:avLst/>
            </a:prstGeom>
            <a:noFill/>
          </p:spPr>
          <p:txBody>
            <a:bodyPr wrap="square" lIns="0" tIns="0" rIns="0" bIns="0">
              <a:noAutofit/>
            </a:bodyPr>
            <a:lstStyle/>
            <a:p>
              <a:r>
                <a:rPr lang="en-US" sz="1200" dirty="0">
                  <a:solidFill>
                    <a:schemeClr val="tx1"/>
                  </a:solidFill>
                  <a:effectLst/>
                  <a:latin typeface="Calibre Medium" panose="020B0603030202060203" pitchFamily="34" charset="0"/>
                </a:rPr>
                <a:t>Contacts</a:t>
              </a:r>
            </a:p>
          </p:txBody>
        </p:sp>
      </p:grpSp>
      <p:sp>
        <p:nvSpPr>
          <p:cNvPr id="56" name="Contact Placeholder 1">
            <a:extLst>
              <a:ext uri="{FF2B5EF4-FFF2-40B4-BE49-F238E27FC236}">
                <a16:creationId xmlns:a16="http://schemas.microsoft.com/office/drawing/2014/main" id="{D1CA244E-7AAB-4E46-B036-7FCD6E5611F1}"/>
              </a:ext>
            </a:extLst>
          </p:cNvPr>
          <p:cNvSpPr>
            <a:spLocks noGrp="1"/>
          </p:cNvSpPr>
          <p:nvPr>
            <p:ph type="body" sz="quarter" idx="21"/>
          </p:nvPr>
        </p:nvSpPr>
        <p:spPr>
          <a:xfrm>
            <a:off x="1042596"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dirty="0"/>
              <a:t>Click to edit Master text styles</a:t>
            </a:r>
          </a:p>
          <a:p>
            <a:pPr lvl="1"/>
            <a:r>
              <a:rPr lang="en-US" dirty="0"/>
              <a:t>Second level</a:t>
            </a:r>
          </a:p>
        </p:txBody>
      </p:sp>
      <p:sp>
        <p:nvSpPr>
          <p:cNvPr id="57" name="Contact Placeholder 2">
            <a:extLst>
              <a:ext uri="{FF2B5EF4-FFF2-40B4-BE49-F238E27FC236}">
                <a16:creationId xmlns:a16="http://schemas.microsoft.com/office/drawing/2014/main" id="{2E5D38D3-B1F0-2F4E-A227-D87842CA7CF7}"/>
              </a:ext>
            </a:extLst>
          </p:cNvPr>
          <p:cNvSpPr>
            <a:spLocks noGrp="1"/>
          </p:cNvSpPr>
          <p:nvPr>
            <p:ph type="body" sz="quarter" idx="25"/>
          </p:nvPr>
        </p:nvSpPr>
        <p:spPr>
          <a:xfrm>
            <a:off x="2607130"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
        <p:nvSpPr>
          <p:cNvPr id="58" name="Contact Placeholder 3">
            <a:extLst>
              <a:ext uri="{FF2B5EF4-FFF2-40B4-BE49-F238E27FC236}">
                <a16:creationId xmlns:a16="http://schemas.microsoft.com/office/drawing/2014/main" id="{854D3C57-1D95-0846-9AC7-379CEF9FF2FE}"/>
              </a:ext>
            </a:extLst>
          </p:cNvPr>
          <p:cNvSpPr>
            <a:spLocks noGrp="1"/>
          </p:cNvSpPr>
          <p:nvPr>
            <p:ph type="body" sz="quarter" idx="26"/>
          </p:nvPr>
        </p:nvSpPr>
        <p:spPr>
          <a:xfrm>
            <a:off x="4171664"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
        <p:nvSpPr>
          <p:cNvPr id="59" name="Contact Placeholder 4">
            <a:extLst>
              <a:ext uri="{FF2B5EF4-FFF2-40B4-BE49-F238E27FC236}">
                <a16:creationId xmlns:a16="http://schemas.microsoft.com/office/drawing/2014/main" id="{170621CD-7C8D-384D-AA9B-857A9D7B52F6}"/>
              </a:ext>
            </a:extLst>
          </p:cNvPr>
          <p:cNvSpPr>
            <a:spLocks noGrp="1"/>
          </p:cNvSpPr>
          <p:nvPr>
            <p:ph type="body" sz="quarter" idx="27"/>
          </p:nvPr>
        </p:nvSpPr>
        <p:spPr>
          <a:xfrm>
            <a:off x="5736199" y="8155150"/>
            <a:ext cx="1490472" cy="576072"/>
          </a:xfrm>
        </p:spPr>
        <p:txBody>
          <a:bodyPr/>
          <a:lstStyle>
            <a:lvl1pPr>
              <a:defRPr sz="1000">
                <a:latin typeface="+mj-lt"/>
              </a:defRPr>
            </a:lvl1pPr>
            <a:lvl2pPr>
              <a:spcBef>
                <a:spcPts val="0"/>
              </a:spcBef>
              <a:spcAft>
                <a:spcPts val="0"/>
              </a:spcAft>
              <a:defRPr sz="900">
                <a:latin typeface="Calibre Light" panose="020B0303030202060203" pitchFamily="34" charset="0"/>
              </a:defRPr>
            </a:lvl2pPr>
            <a:lvl3pPr>
              <a:defRPr sz="900">
                <a:latin typeface="Calibre Light" panose="020B0303030202060203" pitchFamily="34" charset="0"/>
              </a:defRPr>
            </a:lvl3pPr>
            <a:lvl4pPr>
              <a:defRPr sz="900">
                <a:latin typeface="Calibre Light" panose="020B0303030202060203" pitchFamily="34" charset="0"/>
              </a:defRPr>
            </a:lvl4pPr>
            <a:lvl5pPr>
              <a:defRPr sz="900">
                <a:latin typeface="Calibre Light" panose="020B0303030202060203" pitchFamily="34" charset="0"/>
              </a:defRPr>
            </a:lvl5pPr>
          </a:lstStyle>
          <a:p>
            <a:pPr lvl="0"/>
            <a:r>
              <a:rPr lang="en-US"/>
              <a:t>Click to edit Master text styles</a:t>
            </a:r>
          </a:p>
          <a:p>
            <a:pPr lvl="1"/>
            <a:r>
              <a:rPr lang="en-US"/>
              <a:t>Second level</a:t>
            </a:r>
          </a:p>
        </p:txBody>
      </p:sp>
      <p:sp>
        <p:nvSpPr>
          <p:cNvPr id="4" name="slide_master_market_sector_period_header_text">
            <a:extLst>
              <a:ext uri="{FF2B5EF4-FFF2-40B4-BE49-F238E27FC236}">
                <a16:creationId xmlns:a16="http://schemas.microsoft.com/office/drawing/2014/main" id="{4A5DC790-55CB-5014-B601-CB44C6A6113A}"/>
              </a:ext>
            </a:extLst>
          </p:cNvPr>
          <p:cNvSpPr txBox="1">
            <a:spLocks/>
          </p:cNvSpPr>
          <p:nvPr userDrawn="1"/>
        </p:nvSpPr>
        <p:spPr>
          <a:xfrm>
            <a:off x="1042596" y="292423"/>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spTree>
    <p:extLst>
      <p:ext uri="{BB962C8B-B14F-4D97-AF65-F5344CB8AC3E}">
        <p14:creationId xmlns:p14="http://schemas.microsoft.com/office/powerpoint/2010/main" val="34504386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572F1C02-6D9B-1343-88FB-B834724FFA30}"/>
              </a:ext>
            </a:extLst>
          </p:cNvPr>
          <p:cNvSpPr>
            <a:spLocks noGrp="1"/>
          </p:cNvSpPr>
          <p:nvPr userDrawn="1">
            <p:ph type="title"/>
          </p:nvPr>
        </p:nvSpPr>
        <p:spPr>
          <a:xfrm>
            <a:off x="1077914" y="963123"/>
            <a:ext cx="6181726" cy="669081"/>
          </a:xfrm>
          <a:prstGeom prst="rect">
            <a:avLst/>
          </a:prstGeom>
        </p:spPr>
        <p:txBody>
          <a:bodyPr vert="horz" lIns="0" tIns="0" rIns="0" bIns="0" rtlCol="0" anchor="b" anchorCtr="0">
            <a:noAutofit/>
          </a:bodyPr>
          <a:lstStyle/>
          <a:p>
            <a:r>
              <a:rPr lang="en-US"/>
              <a:t>Click to edit Master title style</a:t>
            </a:r>
            <a:endParaRPr lang="en-US" dirty="0"/>
          </a:p>
        </p:txBody>
      </p:sp>
      <p:grpSp>
        <p:nvGrpSpPr>
          <p:cNvPr id="60" name="Grid" hidden="1">
            <a:extLst>
              <a:ext uri="{FF2B5EF4-FFF2-40B4-BE49-F238E27FC236}">
                <a16:creationId xmlns:a16="http://schemas.microsoft.com/office/drawing/2014/main" id="{53F6F57A-B9D5-4C49-80D5-EE46CB1B37A6}"/>
              </a:ext>
            </a:extLst>
          </p:cNvPr>
          <p:cNvGrpSpPr/>
          <p:nvPr userDrawn="1"/>
        </p:nvGrpSpPr>
        <p:grpSpPr>
          <a:xfrm>
            <a:off x="0" y="0"/>
            <a:ext cx="7772400" cy="10058400"/>
            <a:chOff x="0" y="0"/>
            <a:chExt cx="7772400" cy="10058400"/>
          </a:xfrm>
        </p:grpSpPr>
        <p:sp>
          <p:nvSpPr>
            <p:cNvPr id="32" name="Rectangle 31">
              <a:extLst>
                <a:ext uri="{FF2B5EF4-FFF2-40B4-BE49-F238E27FC236}">
                  <a16:creationId xmlns:a16="http://schemas.microsoft.com/office/drawing/2014/main" id="{269481D6-5699-4035-B472-E5647858E11D}"/>
                </a:ext>
              </a:extLst>
            </p:cNvPr>
            <p:cNvSpPr/>
            <p:nvPr userDrawn="1"/>
          </p:nvSpPr>
          <p:spPr>
            <a:xfrm>
              <a:off x="0" y="9546336"/>
              <a:ext cx="1078992"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 name="Rectangle 2">
              <a:extLst>
                <a:ext uri="{FF2B5EF4-FFF2-40B4-BE49-F238E27FC236}">
                  <a16:creationId xmlns:a16="http://schemas.microsoft.com/office/drawing/2014/main" id="{AF489FD8-5B02-41FE-BB91-73F36365551D}"/>
                </a:ext>
              </a:extLst>
            </p:cNvPr>
            <p:cNvSpPr/>
            <p:nvPr userDrawn="1"/>
          </p:nvSpPr>
          <p:spPr>
            <a:xfrm>
              <a:off x="0" y="0"/>
              <a:ext cx="1078992"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DC0A55CE-558F-4D55-9FB3-F873E787F6B7}"/>
                </a:ext>
              </a:extLst>
            </p:cNvPr>
            <p:cNvSpPr/>
            <p:nvPr userDrawn="1"/>
          </p:nvSpPr>
          <p:spPr>
            <a:xfrm>
              <a:off x="7260336" y="0"/>
              <a:ext cx="512064"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2B4BC15B-4D4F-4454-9014-86442C9D6FB2}"/>
                </a:ext>
              </a:extLst>
            </p:cNvPr>
            <p:cNvSpPr/>
            <p:nvPr userDrawn="1"/>
          </p:nvSpPr>
          <p:spPr>
            <a:xfrm>
              <a:off x="621639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1FA11F77-15F8-4ED1-875A-03DD39A8F580}"/>
                </a:ext>
              </a:extLst>
            </p:cNvPr>
            <p:cNvSpPr/>
            <p:nvPr userDrawn="1"/>
          </p:nvSpPr>
          <p:spPr>
            <a:xfrm>
              <a:off x="517245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5FCAC5D4-FC94-4888-8FB5-B054828FD8F8}"/>
                </a:ext>
              </a:extLst>
            </p:cNvPr>
            <p:cNvSpPr/>
            <p:nvPr userDrawn="1"/>
          </p:nvSpPr>
          <p:spPr>
            <a:xfrm>
              <a:off x="412851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6248E508-E9BA-4BE9-81C4-BCA541971516}"/>
                </a:ext>
              </a:extLst>
            </p:cNvPr>
            <p:cNvSpPr/>
            <p:nvPr userDrawn="1"/>
          </p:nvSpPr>
          <p:spPr>
            <a:xfrm>
              <a:off x="308457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ED0D03E2-22BA-4ED9-9D29-46216FB38B15}"/>
                </a:ext>
              </a:extLst>
            </p:cNvPr>
            <p:cNvSpPr/>
            <p:nvPr userDrawn="1"/>
          </p:nvSpPr>
          <p:spPr>
            <a:xfrm>
              <a:off x="2040636" y="0"/>
              <a:ext cx="82296" cy="512064"/>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C47FD53-7C8E-4775-AA08-AF885F613C7A}"/>
                </a:ext>
              </a:extLst>
            </p:cNvPr>
            <p:cNvSpPr/>
            <p:nvPr userDrawn="1"/>
          </p:nvSpPr>
          <p:spPr>
            <a:xfrm>
              <a:off x="0" y="9010072"/>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A9E8E4EA-5846-4AFF-97C7-97F673003C73}"/>
                </a:ext>
              </a:extLst>
            </p:cNvPr>
            <p:cNvSpPr/>
            <p:nvPr userDrawn="1"/>
          </p:nvSpPr>
          <p:spPr>
            <a:xfrm>
              <a:off x="0" y="7937534"/>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204D610E-9218-40DA-A909-37724458B91A}"/>
                </a:ext>
              </a:extLst>
            </p:cNvPr>
            <p:cNvSpPr/>
            <p:nvPr userDrawn="1"/>
          </p:nvSpPr>
          <p:spPr>
            <a:xfrm>
              <a:off x="0" y="6328727"/>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0168C7C0-B732-4DDA-B4B6-0E06C2F3587F}"/>
                </a:ext>
              </a:extLst>
            </p:cNvPr>
            <p:cNvSpPr/>
            <p:nvPr userDrawn="1"/>
          </p:nvSpPr>
          <p:spPr>
            <a:xfrm>
              <a:off x="0" y="4183651"/>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DC9B44EA-1B57-43A5-9898-3B8357E24922}"/>
                </a:ext>
              </a:extLst>
            </p:cNvPr>
            <p:cNvSpPr/>
            <p:nvPr userDrawn="1"/>
          </p:nvSpPr>
          <p:spPr>
            <a:xfrm>
              <a:off x="0" y="7401265"/>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48660199-82E8-4CE9-A642-BCF5C408DFFA}"/>
                </a:ext>
              </a:extLst>
            </p:cNvPr>
            <p:cNvSpPr/>
            <p:nvPr userDrawn="1"/>
          </p:nvSpPr>
          <p:spPr>
            <a:xfrm>
              <a:off x="0" y="5256189"/>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EDF13574-8566-4393-B739-3F087FB22C5E}"/>
                </a:ext>
              </a:extLst>
            </p:cNvPr>
            <p:cNvSpPr/>
            <p:nvPr userDrawn="1"/>
          </p:nvSpPr>
          <p:spPr>
            <a:xfrm>
              <a:off x="0" y="3111113"/>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7" name="Rectangle 46">
              <a:extLst>
                <a:ext uri="{FF2B5EF4-FFF2-40B4-BE49-F238E27FC236}">
                  <a16:creationId xmlns:a16="http://schemas.microsoft.com/office/drawing/2014/main" id="{7072D6C6-4533-44A6-956A-38B8BE259D97}"/>
                </a:ext>
              </a:extLst>
            </p:cNvPr>
            <p:cNvSpPr/>
            <p:nvPr userDrawn="1"/>
          </p:nvSpPr>
          <p:spPr>
            <a:xfrm>
              <a:off x="0" y="1502306"/>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1CA8589D-60D1-469F-A955-65307EC3A807}"/>
                </a:ext>
              </a:extLst>
            </p:cNvPr>
            <p:cNvSpPr/>
            <p:nvPr userDrawn="1"/>
          </p:nvSpPr>
          <p:spPr>
            <a:xfrm>
              <a:off x="0" y="8473803"/>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9" name="Rectangle 48">
              <a:extLst>
                <a:ext uri="{FF2B5EF4-FFF2-40B4-BE49-F238E27FC236}">
                  <a16:creationId xmlns:a16="http://schemas.microsoft.com/office/drawing/2014/main" id="{C83278AC-D2CF-4F48-96F5-8C058F70977D}"/>
                </a:ext>
              </a:extLst>
            </p:cNvPr>
            <p:cNvSpPr/>
            <p:nvPr userDrawn="1"/>
          </p:nvSpPr>
          <p:spPr>
            <a:xfrm>
              <a:off x="0" y="6864996"/>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0" name="Rectangle 49">
              <a:extLst>
                <a:ext uri="{FF2B5EF4-FFF2-40B4-BE49-F238E27FC236}">
                  <a16:creationId xmlns:a16="http://schemas.microsoft.com/office/drawing/2014/main" id="{75187374-C708-4569-8A13-F465FAE4F7D7}"/>
                </a:ext>
              </a:extLst>
            </p:cNvPr>
            <p:cNvSpPr/>
            <p:nvPr userDrawn="1"/>
          </p:nvSpPr>
          <p:spPr>
            <a:xfrm>
              <a:off x="0" y="4719920"/>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98F06EBE-E4A3-4B57-B55E-C4DCDFC73C3C}"/>
                </a:ext>
              </a:extLst>
            </p:cNvPr>
            <p:cNvSpPr/>
            <p:nvPr userDrawn="1"/>
          </p:nvSpPr>
          <p:spPr>
            <a:xfrm>
              <a:off x="0" y="2574844"/>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2" name="Rectangle 51">
              <a:extLst>
                <a:ext uri="{FF2B5EF4-FFF2-40B4-BE49-F238E27FC236}">
                  <a16:creationId xmlns:a16="http://schemas.microsoft.com/office/drawing/2014/main" id="{587AB565-46CC-4219-8691-53334E99DDD8}"/>
                </a:ext>
              </a:extLst>
            </p:cNvPr>
            <p:cNvSpPr/>
            <p:nvPr userDrawn="1"/>
          </p:nvSpPr>
          <p:spPr>
            <a:xfrm>
              <a:off x="0" y="5792458"/>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557DE370-E68F-4D74-85E8-BC71EB6D8A23}"/>
                </a:ext>
              </a:extLst>
            </p:cNvPr>
            <p:cNvSpPr/>
            <p:nvPr userDrawn="1"/>
          </p:nvSpPr>
          <p:spPr>
            <a:xfrm>
              <a:off x="0" y="3647382"/>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E10E42-CDA7-4C2E-B16B-10E2987E3644}"/>
                </a:ext>
              </a:extLst>
            </p:cNvPr>
            <p:cNvSpPr/>
            <p:nvPr userDrawn="1"/>
          </p:nvSpPr>
          <p:spPr>
            <a:xfrm>
              <a:off x="0" y="2038575"/>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5" name="Rectangle 54">
              <a:extLst>
                <a:ext uri="{FF2B5EF4-FFF2-40B4-BE49-F238E27FC236}">
                  <a16:creationId xmlns:a16="http://schemas.microsoft.com/office/drawing/2014/main" id="{347DAEE7-3A36-445F-87B2-199157C1DDF8}"/>
                </a:ext>
              </a:extLst>
            </p:cNvPr>
            <p:cNvSpPr/>
            <p:nvPr userDrawn="1"/>
          </p:nvSpPr>
          <p:spPr>
            <a:xfrm>
              <a:off x="0" y="966037"/>
              <a:ext cx="1078992" cy="82296"/>
            </a:xfrm>
            <a:prstGeom prst="rect">
              <a:avLst/>
            </a:prstGeom>
            <a:solidFill>
              <a:srgbClr val="DBD99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grpSp>
        <p:nvGrpSpPr>
          <p:cNvPr id="66" name="RULER">
            <a:extLst>
              <a:ext uri="{FF2B5EF4-FFF2-40B4-BE49-F238E27FC236}">
                <a16:creationId xmlns:a16="http://schemas.microsoft.com/office/drawing/2014/main" id="{527EEE64-6DB4-4E4A-87B6-ABF24BE1B6B9}"/>
              </a:ext>
            </a:extLst>
          </p:cNvPr>
          <p:cNvGrpSpPr/>
          <p:nvPr userDrawn="1"/>
        </p:nvGrpSpPr>
        <p:grpSpPr>
          <a:xfrm>
            <a:off x="0" y="-342900"/>
            <a:ext cx="7772400" cy="228600"/>
            <a:chOff x="0" y="-482027"/>
            <a:chExt cx="7772400" cy="228600"/>
          </a:xfrm>
        </p:grpSpPr>
        <p:sp>
          <p:nvSpPr>
            <p:cNvPr id="24" name="Ruler BG">
              <a:extLst>
                <a:ext uri="{FF2B5EF4-FFF2-40B4-BE49-F238E27FC236}">
                  <a16:creationId xmlns:a16="http://schemas.microsoft.com/office/drawing/2014/main" id="{D4A976FE-03B3-4033-BA40-19C6521C450E}"/>
                </a:ext>
              </a:extLst>
            </p:cNvPr>
            <p:cNvSpPr/>
            <p:nvPr userDrawn="1"/>
          </p:nvSpPr>
          <p:spPr>
            <a:xfrm>
              <a:off x="0" y="-482027"/>
              <a:ext cx="77724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38"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25" name="Rectangle 24">
              <a:extLst>
                <a:ext uri="{FF2B5EF4-FFF2-40B4-BE49-F238E27FC236}">
                  <a16:creationId xmlns:a16="http://schemas.microsoft.com/office/drawing/2014/main" id="{821CC617-2182-43FD-8A28-5778F05D175A}"/>
                </a:ext>
              </a:extLst>
            </p:cNvPr>
            <p:cNvSpPr/>
            <p:nvPr userDrawn="1"/>
          </p:nvSpPr>
          <p:spPr>
            <a:xfrm>
              <a:off x="1077911" y="-395159"/>
              <a:ext cx="409454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1" dirty="0">
                  <a:solidFill>
                    <a:srgbClr val="3E7CA6"/>
                  </a:solidFill>
                  <a:latin typeface="Calibre Medium" panose="020B0603030202060203" pitchFamily="34" charset="0"/>
                </a:rPr>
                <a:t>Text column = 4.48”</a:t>
              </a:r>
            </a:p>
          </p:txBody>
        </p:sp>
        <p:sp>
          <p:nvSpPr>
            <p:cNvPr id="26" name="Rectangle 25">
              <a:extLst>
                <a:ext uri="{FF2B5EF4-FFF2-40B4-BE49-F238E27FC236}">
                  <a16:creationId xmlns:a16="http://schemas.microsoft.com/office/drawing/2014/main" id="{ECFDAAAB-6C77-44D2-AC46-A5218FD98A18}"/>
                </a:ext>
              </a:extLst>
            </p:cNvPr>
            <p:cNvSpPr/>
            <p:nvPr userDrawn="1"/>
          </p:nvSpPr>
          <p:spPr>
            <a:xfrm>
              <a:off x="5769515" y="-395159"/>
              <a:ext cx="1490472"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1" dirty="0">
                  <a:solidFill>
                    <a:schemeClr val="tx1"/>
                  </a:solidFill>
                  <a:latin typeface="Calibre Medium" panose="020B0603030202060203" pitchFamily="34" charset="0"/>
                </a:rPr>
                <a:t>Call-outs column = 1.63”</a:t>
              </a:r>
            </a:p>
          </p:txBody>
        </p:sp>
      </p:grpSp>
      <p:sp>
        <p:nvSpPr>
          <p:cNvPr id="8" name="Page #">
            <a:extLst>
              <a:ext uri="{FF2B5EF4-FFF2-40B4-BE49-F238E27FC236}">
                <a16:creationId xmlns:a16="http://schemas.microsoft.com/office/drawing/2014/main" id="{E3D89ED0-4100-41CA-A052-6711ED3958C5}"/>
              </a:ext>
            </a:extLst>
          </p:cNvPr>
          <p:cNvSpPr txBox="1"/>
          <p:nvPr userDrawn="1"/>
        </p:nvSpPr>
        <p:spPr>
          <a:xfrm>
            <a:off x="228600" y="9601200"/>
            <a:ext cx="322244" cy="180563"/>
          </a:xfrm>
          <a:prstGeom prst="rect">
            <a:avLst/>
          </a:prstGeom>
          <a:noFill/>
          <a:ln>
            <a:noFill/>
          </a:ln>
        </p:spPr>
        <p:txBody>
          <a:bodyPr wrap="square" lIns="0" tIns="0" rIns="0" bIns="0" anchor="b" anchorCtr="0">
            <a:noAutofit/>
          </a:bodyPr>
          <a:lstStyle/>
          <a:p>
            <a:pPr marL="0" algn="l" defTabSz="777279" rtl="0" eaLnBrk="1" latinLnBrk="0" hangingPunct="1"/>
            <a:fld id="{1C89B4D1-E1CE-4E79-B913-C04DDECCCBCD}" type="slidenum">
              <a:rPr lang="en-US" sz="800" b="0" kern="1200" cap="all" baseline="0" smtClean="0">
                <a:solidFill>
                  <a:schemeClr val="tx1"/>
                </a:solidFill>
                <a:latin typeface="Calibre Light" panose="020B0303030202060203" pitchFamily="34" charset="0"/>
                <a:ea typeface="+mn-ea"/>
                <a:cs typeface="+mn-cs"/>
              </a:rPr>
              <a:pPr marL="0" algn="l" defTabSz="777279" rtl="0" eaLnBrk="1" latinLnBrk="0" hangingPunct="1"/>
              <a:t>‹#›</a:t>
            </a:fld>
            <a:endParaRPr lang="en-US" sz="800" b="0" kern="1200" cap="all" baseline="0" dirty="0">
              <a:solidFill>
                <a:schemeClr val="tx1"/>
              </a:solidFill>
              <a:latin typeface="Calibre Light" panose="020B0303030202060203" pitchFamily="34" charset="0"/>
              <a:ea typeface="+mn-ea"/>
              <a:cs typeface="+mn-cs"/>
            </a:endParaRPr>
          </a:p>
        </p:txBody>
      </p:sp>
      <p:grpSp>
        <p:nvGrpSpPr>
          <p:cNvPr id="59" name="Footer Elements">
            <a:extLst>
              <a:ext uri="{FF2B5EF4-FFF2-40B4-BE49-F238E27FC236}">
                <a16:creationId xmlns:a16="http://schemas.microsoft.com/office/drawing/2014/main" id="{8BC2BBE8-0143-4DCA-ACF9-BF7D43B40F27}"/>
              </a:ext>
            </a:extLst>
          </p:cNvPr>
          <p:cNvGrpSpPr/>
          <p:nvPr userDrawn="1"/>
        </p:nvGrpSpPr>
        <p:grpSpPr>
          <a:xfrm>
            <a:off x="381000" y="9546336"/>
            <a:ext cx="6878639" cy="235427"/>
            <a:chOff x="1078993" y="9546336"/>
            <a:chExt cx="6180646" cy="235427"/>
          </a:xfrm>
        </p:grpSpPr>
        <p:sp>
          <p:nvSpPr>
            <p:cNvPr id="14" name="slide_master_copyright_text">
              <a:extLst>
                <a:ext uri="{FF2B5EF4-FFF2-40B4-BE49-F238E27FC236}">
                  <a16:creationId xmlns:a16="http://schemas.microsoft.com/office/drawing/2014/main" id="{FFC802E1-9775-4BF7-B199-429C333745DE}"/>
                </a:ext>
              </a:extLst>
            </p:cNvPr>
            <p:cNvSpPr txBox="1"/>
            <p:nvPr userDrawn="1"/>
          </p:nvSpPr>
          <p:spPr>
            <a:xfrm>
              <a:off x="5257801" y="9601200"/>
              <a:ext cx="2001838" cy="180563"/>
            </a:xfrm>
            <a:prstGeom prst="rect">
              <a:avLst/>
            </a:prstGeom>
            <a:noFill/>
            <a:ln>
              <a:noFill/>
            </a:ln>
          </p:spPr>
          <p:txBody>
            <a:bodyPr wrap="square" lIns="0" tIns="0" rIns="0" bIns="0" anchor="b" anchorCtr="0">
              <a:noAutofit/>
            </a:bodyPr>
            <a:lstStyle/>
            <a:p>
              <a:pPr marL="0" algn="r" defTabSz="777279" rtl="0" eaLnBrk="1" latinLnBrk="0" hangingPunct="1"/>
              <a:r>
                <a:rPr lang="en-US" sz="800" b="0" kern="1200" cap="all" baseline="0" dirty="0">
                  <a:solidFill>
                    <a:schemeClr val="tx1"/>
                  </a:solidFill>
                  <a:latin typeface="+mn-lt"/>
                  <a:ea typeface="+mn-ea"/>
                  <a:cs typeface="+mn-cs"/>
                </a:rPr>
                <a:t>© 2026 CBRE, Inc.</a:t>
              </a:r>
            </a:p>
          </p:txBody>
        </p:sp>
        <p:sp>
          <p:nvSpPr>
            <p:cNvPr id="7" name="Division/Sector Name">
              <a:extLst>
                <a:ext uri="{FF2B5EF4-FFF2-40B4-BE49-F238E27FC236}">
                  <a16:creationId xmlns:a16="http://schemas.microsoft.com/office/drawing/2014/main" id="{E65FCD51-C977-4D37-8CAD-AEC99F7B8F98}"/>
                </a:ext>
              </a:extLst>
            </p:cNvPr>
            <p:cNvSpPr txBox="1"/>
            <p:nvPr userDrawn="1"/>
          </p:nvSpPr>
          <p:spPr>
            <a:xfrm>
              <a:off x="1078993" y="9601200"/>
              <a:ext cx="3048508" cy="180563"/>
            </a:xfrm>
            <a:prstGeom prst="rect">
              <a:avLst/>
            </a:prstGeom>
            <a:noFill/>
            <a:ln>
              <a:noFill/>
            </a:ln>
          </p:spPr>
          <p:txBody>
            <a:bodyPr wrap="square" lIns="0" tIns="0" rIns="0" bIns="0" anchor="b" anchorCtr="0">
              <a:noAutofit/>
            </a:bodyPr>
            <a:lstStyle/>
            <a:p>
              <a:pPr marL="0" algn="l" defTabSz="777279" rtl="0" eaLnBrk="1" latinLnBrk="0" hangingPunct="1"/>
              <a:r>
                <a:rPr lang="en-US" sz="800" cap="all" baseline="0" dirty="0">
                  <a:solidFill>
                    <a:srgbClr val="435154"/>
                  </a:solidFill>
                  <a:latin typeface="+mn-lt"/>
                </a:rPr>
                <a:t>CBRE RESEARCH</a:t>
              </a:r>
              <a:endParaRPr lang="en-US" sz="800" b="0" kern="1200" cap="all" baseline="0" dirty="0">
                <a:solidFill>
                  <a:schemeClr val="tx1"/>
                </a:solidFill>
                <a:latin typeface="+mn-lt"/>
                <a:ea typeface="+mn-ea"/>
                <a:cs typeface="+mn-cs"/>
              </a:endParaRPr>
            </a:p>
          </p:txBody>
        </p:sp>
        <p:cxnSp>
          <p:nvCxnSpPr>
            <p:cNvPr id="16" name="Footer Light Grey Line">
              <a:extLst>
                <a:ext uri="{FF2B5EF4-FFF2-40B4-BE49-F238E27FC236}">
                  <a16:creationId xmlns:a16="http://schemas.microsoft.com/office/drawing/2014/main" id="{5754E6F1-8731-455F-B09D-813F226984A0}"/>
                </a:ext>
              </a:extLst>
            </p:cNvPr>
            <p:cNvCxnSpPr>
              <a:cxnSpLocks/>
            </p:cNvCxnSpPr>
            <p:nvPr userDrawn="1"/>
          </p:nvCxnSpPr>
          <p:spPr>
            <a:xfrm>
              <a:off x="1078993" y="9546336"/>
              <a:ext cx="6180646"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5" name="Header Light Grey Line">
            <a:extLst>
              <a:ext uri="{FF2B5EF4-FFF2-40B4-BE49-F238E27FC236}">
                <a16:creationId xmlns:a16="http://schemas.microsoft.com/office/drawing/2014/main" id="{586BE218-EF44-4DFB-9CAE-68D249F0C29C}"/>
              </a:ext>
            </a:extLst>
          </p:cNvPr>
          <p:cNvCxnSpPr>
            <a:cxnSpLocks/>
          </p:cNvCxnSpPr>
          <p:nvPr userDrawn="1"/>
        </p:nvCxnSpPr>
        <p:spPr>
          <a:xfrm>
            <a:off x="990600" y="685800"/>
            <a:ext cx="631031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1078991" y="2655888"/>
            <a:ext cx="6180647" cy="6353174"/>
          </a:xfrm>
          <a:prstGeom prst="rect">
            <a:avLst/>
          </a:prstGeom>
        </p:spPr>
        <p:txBody>
          <a:bodyPr vert="horz" lIns="0" tIns="0" rIns="0" bIns="0" rtlCol="0">
            <a:noAutofit/>
          </a:bodyPr>
          <a:lstStyle/>
          <a:p>
            <a:pPr lvl="0"/>
            <a:r>
              <a:rPr lang="en-US" dirty="0"/>
              <a:t>Heading 1</a:t>
            </a:r>
          </a:p>
          <a:p>
            <a:pPr lvl="1"/>
            <a:r>
              <a:rPr lang="en-US" dirty="0"/>
              <a:t>Heading 2</a:t>
            </a:r>
          </a:p>
          <a:p>
            <a:pPr lvl="2"/>
            <a:r>
              <a:rPr lang="en-US" dirty="0"/>
              <a:t>Subhead A</a:t>
            </a:r>
          </a:p>
          <a:p>
            <a:pPr lvl="3"/>
            <a:r>
              <a:rPr lang="en-US" dirty="0"/>
              <a:t>Body Text</a:t>
            </a:r>
          </a:p>
          <a:p>
            <a:pPr lvl="4"/>
            <a:r>
              <a:rPr lang="en-US" dirty="0"/>
              <a:t>Body Bullet 1</a:t>
            </a:r>
          </a:p>
          <a:p>
            <a:pPr lvl="5"/>
            <a:r>
              <a:rPr lang="en-US" dirty="0"/>
              <a:t>Subhead B</a:t>
            </a:r>
          </a:p>
          <a:p>
            <a:pPr lvl="6"/>
            <a:r>
              <a:rPr lang="en-US" dirty="0"/>
              <a:t>Caption</a:t>
            </a:r>
          </a:p>
          <a:p>
            <a:pPr lvl="7"/>
            <a:r>
              <a:rPr lang="en-US" dirty="0"/>
              <a:t>Caption copy</a:t>
            </a:r>
          </a:p>
          <a:p>
            <a:pPr lvl="8"/>
            <a:r>
              <a:rPr lang="en-US" dirty="0"/>
              <a:t>Caption bullet</a:t>
            </a:r>
          </a:p>
        </p:txBody>
      </p:sp>
      <p:sp>
        <p:nvSpPr>
          <p:cNvPr id="56" name="Rectangle 55">
            <a:extLst>
              <a:ext uri="{FF2B5EF4-FFF2-40B4-BE49-F238E27FC236}">
                <a16:creationId xmlns:a16="http://schemas.microsoft.com/office/drawing/2014/main" id="{B1B4481E-B76F-4117-9D8D-F1113ECFA193}"/>
              </a:ext>
            </a:extLst>
          </p:cNvPr>
          <p:cNvSpPr/>
          <p:nvPr userDrawn="1"/>
        </p:nvSpPr>
        <p:spPr>
          <a:xfrm>
            <a:off x="-1143000" y="354500"/>
            <a:ext cx="956862" cy="8647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l">
              <a:spcBef>
                <a:spcPts val="0"/>
              </a:spcBef>
              <a:spcAft>
                <a:spcPts val="600"/>
              </a:spcAft>
            </a:pPr>
            <a:r>
              <a:rPr lang="en-US" sz="1000" b="1" i="0" dirty="0">
                <a:solidFill>
                  <a:schemeClr val="bg1"/>
                </a:solidFill>
                <a:latin typeface="Calibre Semibold" panose="020B0503030202060203" pitchFamily="34" charset="77"/>
              </a:rPr>
              <a:t>Theme</a:t>
            </a:r>
          </a:p>
          <a:p>
            <a:pPr marL="0" algn="l" eaLnBrk="1" hangingPunct="1">
              <a:spcBef>
                <a:spcPts val="0"/>
              </a:spcBef>
              <a:spcAft>
                <a:spcPts val="600"/>
              </a:spcAft>
            </a:pPr>
            <a:r>
              <a:rPr lang="en-US" sz="973" dirty="0">
                <a:solidFill>
                  <a:schemeClr val="bg1"/>
                </a:solidFill>
                <a:latin typeface="+mn-lt"/>
                <a:ea typeface="+mn-ea"/>
                <a:cs typeface="+mn-cs"/>
              </a:rPr>
              <a:t>Update accordingly on Master Slide</a:t>
            </a:r>
          </a:p>
        </p:txBody>
      </p:sp>
      <p:sp>
        <p:nvSpPr>
          <p:cNvPr id="57" name="Rectangle 56">
            <a:extLst>
              <a:ext uri="{FF2B5EF4-FFF2-40B4-BE49-F238E27FC236}">
                <a16:creationId xmlns:a16="http://schemas.microsoft.com/office/drawing/2014/main" id="{E994606B-2AC1-47C1-9FA8-FCFFC62DCFB1}"/>
              </a:ext>
            </a:extLst>
          </p:cNvPr>
          <p:cNvSpPr/>
          <p:nvPr userDrawn="1"/>
        </p:nvSpPr>
        <p:spPr>
          <a:xfrm>
            <a:off x="8077200" y="354500"/>
            <a:ext cx="956862" cy="8647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l">
              <a:spcBef>
                <a:spcPts val="0"/>
              </a:spcBef>
              <a:spcAft>
                <a:spcPts val="600"/>
              </a:spcAft>
            </a:pPr>
            <a:r>
              <a:rPr lang="en-US" sz="1000" b="1" i="0" dirty="0">
                <a:solidFill>
                  <a:schemeClr val="bg1"/>
                </a:solidFill>
                <a:latin typeface="Calibre Semibold" panose="020B0503030202060203" pitchFamily="34" charset="77"/>
              </a:rPr>
              <a:t>Brief Title</a:t>
            </a:r>
          </a:p>
          <a:p>
            <a:pPr marL="0" algn="l" eaLnBrk="1" hangingPunct="1">
              <a:spcBef>
                <a:spcPts val="0"/>
              </a:spcBef>
              <a:spcAft>
                <a:spcPts val="600"/>
              </a:spcAft>
            </a:pPr>
            <a:r>
              <a:rPr lang="en-US" sz="973" dirty="0">
                <a:solidFill>
                  <a:schemeClr val="bg1"/>
                </a:solidFill>
                <a:latin typeface="+mn-lt"/>
                <a:ea typeface="+mn-ea"/>
                <a:cs typeface="+mn-cs"/>
              </a:rPr>
              <a:t>Update accordingly on Master Slide</a:t>
            </a:r>
          </a:p>
        </p:txBody>
      </p:sp>
    </p:spTree>
    <p:extLst>
      <p:ext uri="{BB962C8B-B14F-4D97-AF65-F5344CB8AC3E}">
        <p14:creationId xmlns:p14="http://schemas.microsoft.com/office/powerpoint/2010/main" val="32466584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dt="0"/>
  <p:txStyles>
    <p:titleStyle>
      <a:lvl1pPr eaLnBrk="1" hangingPunct="1">
        <a:lnSpc>
          <a:spcPct val="90000"/>
        </a:lnSpc>
        <a:defRPr sz="3740" b="0" i="0">
          <a:solidFill>
            <a:schemeClr val="accent6"/>
          </a:solidFill>
          <a:latin typeface="+mj-lt"/>
          <a:ea typeface="+mj-ea"/>
          <a:cs typeface="+mj-cs"/>
        </a:defRPr>
      </a:lvl1pPr>
    </p:titleStyle>
    <p:bodyStyle>
      <a:lvl1pPr marL="0" eaLnBrk="1" hangingPunct="1">
        <a:spcBef>
          <a:spcPts val="1530"/>
        </a:spcBef>
        <a:spcAft>
          <a:spcPts val="0"/>
        </a:spcAft>
        <a:defRPr sz="1600">
          <a:solidFill>
            <a:schemeClr val="tx1"/>
          </a:solidFill>
          <a:latin typeface="+mj-lt"/>
          <a:ea typeface="+mn-ea"/>
          <a:cs typeface="+mn-cs"/>
        </a:defRPr>
      </a:lvl1pPr>
      <a:lvl2pPr marL="0" indent="0" eaLnBrk="1" hangingPunct="1">
        <a:spcBef>
          <a:spcPts val="1020"/>
        </a:spcBef>
        <a:spcAft>
          <a:spcPts val="255"/>
        </a:spcAft>
        <a:defRPr sz="1600" b="0" i="0">
          <a:solidFill>
            <a:schemeClr val="tx1"/>
          </a:solidFill>
          <a:latin typeface="Calibre Light" panose="020B0303030202060203" pitchFamily="34" charset="77"/>
          <a:ea typeface="+mn-ea"/>
          <a:cs typeface="+mn-cs"/>
        </a:defRPr>
      </a:lvl2pPr>
      <a:lvl3pPr marL="0" indent="0" eaLnBrk="1" hangingPunct="1">
        <a:spcBef>
          <a:spcPts val="1020"/>
        </a:spcBef>
        <a:spcAft>
          <a:spcPts val="0"/>
        </a:spcAft>
        <a:defRPr sz="1200" b="0" i="0">
          <a:solidFill>
            <a:schemeClr val="accent6"/>
          </a:solidFill>
          <a:latin typeface="Calibre Medium" panose="020B0503030202060203" pitchFamily="34" charset="77"/>
          <a:ea typeface="+mn-ea"/>
          <a:cs typeface="+mn-cs"/>
        </a:defRPr>
      </a:lvl3pPr>
      <a:lvl4pPr marL="0" indent="0" eaLnBrk="1" hangingPunct="1">
        <a:spcBef>
          <a:spcPts val="600"/>
        </a:spcBef>
        <a:spcAft>
          <a:spcPts val="600"/>
        </a:spcAft>
        <a:buClr>
          <a:schemeClr val="tx1"/>
        </a:buClr>
        <a:buFont typeface="SwissReSansOTLight" panose="04000400000000000000" pitchFamily="82" charset="0"/>
        <a:buNone/>
        <a:defRPr sz="1100">
          <a:solidFill>
            <a:schemeClr val="tx1"/>
          </a:solidFill>
          <a:latin typeface="+mn-lt"/>
          <a:ea typeface="+mn-ea"/>
          <a:cs typeface="+mn-cs"/>
        </a:defRPr>
      </a:lvl4pPr>
      <a:lvl5pPr marL="147090" indent="-136294" eaLnBrk="1" hangingPunct="1">
        <a:spcBef>
          <a:spcPts val="300"/>
        </a:spcBef>
        <a:spcAft>
          <a:spcPts val="300"/>
        </a:spcAft>
        <a:buFont typeface="SwissReSansOTLight" panose="04000400000000000000" pitchFamily="82" charset="0"/>
        <a:buChar char="–"/>
        <a:tabLst/>
        <a:defRPr sz="1100" b="0" i="0">
          <a:solidFill>
            <a:schemeClr val="tx1"/>
          </a:solidFill>
          <a:latin typeface="+mn-lt"/>
          <a:ea typeface="+mn-ea"/>
          <a:cs typeface="+mn-cs"/>
        </a:defRPr>
      </a:lvl5pPr>
      <a:lvl6pPr marL="0" indent="0" eaLnBrk="1" hangingPunct="1">
        <a:spcBef>
          <a:spcPts val="1020"/>
        </a:spcBef>
        <a:spcAft>
          <a:spcPts val="0"/>
        </a:spcAft>
        <a:buFont typeface="SwissReSansOTLight" panose="04000400000000000000" pitchFamily="82" charset="0"/>
        <a:buNone/>
        <a:defRPr sz="1100" b="0" i="0" cap="all" baseline="0">
          <a:solidFill>
            <a:schemeClr val="tx1"/>
          </a:solidFill>
          <a:latin typeface="Calibre Light" panose="020B0303030202060203" pitchFamily="34" charset="0"/>
          <a:ea typeface="+mn-ea"/>
          <a:cs typeface="+mn-cs"/>
        </a:defRPr>
      </a:lvl6pPr>
      <a:lvl7pPr marL="0" indent="0" eaLnBrk="1" hangingPunct="1">
        <a:spcBef>
          <a:spcPts val="765"/>
        </a:spcBef>
        <a:spcAft>
          <a:spcPts val="0"/>
        </a:spcAft>
        <a:defRPr sz="850">
          <a:solidFill>
            <a:schemeClr val="tx1"/>
          </a:solidFill>
          <a:latin typeface="Calibre Semibold" panose="020B0703030202060203" pitchFamily="34" charset="0"/>
          <a:ea typeface="+mn-ea"/>
          <a:cs typeface="+mn-cs"/>
        </a:defRPr>
      </a:lvl7pPr>
      <a:lvl8pPr marL="0" indent="0" eaLnBrk="1" hangingPunct="1">
        <a:spcBef>
          <a:spcPts val="255"/>
        </a:spcBef>
        <a:spcAft>
          <a:spcPts val="0"/>
        </a:spcAft>
        <a:defRPr sz="850">
          <a:solidFill>
            <a:schemeClr val="tx1"/>
          </a:solidFill>
          <a:latin typeface="+mn-lt"/>
          <a:ea typeface="+mn-ea"/>
          <a:cs typeface="+mn-cs"/>
        </a:defRPr>
      </a:lvl8pPr>
      <a:lvl9pPr marL="145741" indent="-145741" eaLnBrk="1" hangingPunct="1">
        <a:spcBef>
          <a:spcPts val="170"/>
        </a:spcBef>
        <a:buFont typeface="SwissReSansOTLight" panose="04000400000000000000" pitchFamily="82" charset="0"/>
        <a:buChar char="–"/>
        <a:defRPr sz="85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pos="6013">
          <p15:clr>
            <a:srgbClr val="F26B43"/>
          </p15:clr>
        </p15:guide>
        <p15:guide id="2" orient="horz" pos="6336">
          <p15:clr>
            <a:srgbClr val="F26B43"/>
          </p15:clr>
        </p15:guide>
        <p15:guide id="3">
          <p15:clr>
            <a:srgbClr val="F26B43"/>
          </p15:clr>
        </p15:guide>
        <p15:guide id="4" pos="679">
          <p15:clr>
            <a:srgbClr val="F26B43"/>
          </p15:clr>
        </p15:guide>
        <p15:guide id="5" orient="horz">
          <p15:clr>
            <a:srgbClr val="F26B43"/>
          </p15:clr>
        </p15:guide>
        <p15:guide id="6" orient="horz" pos="322">
          <p15:clr>
            <a:srgbClr val="F26B43"/>
          </p15:clr>
        </p15:guide>
        <p15:guide id="7" pos="4573">
          <p15:clr>
            <a:srgbClr val="F26B43"/>
          </p15:clr>
        </p15:guide>
        <p15:guide id="8" pos="4896">
          <p15:clr>
            <a:srgbClr val="F26B43"/>
          </p15:clr>
        </p15:guide>
        <p15:guide id="9" pos="3915">
          <p15:clr>
            <a:srgbClr val="F26B43"/>
          </p15:clr>
        </p15:guide>
        <p15:guide id="10" pos="3967">
          <p15:clr>
            <a:srgbClr val="F26B43"/>
          </p15:clr>
        </p15:guide>
        <p15:guide id="11" pos="3258">
          <p15:clr>
            <a:srgbClr val="F26B43"/>
          </p15:clr>
        </p15:guide>
        <p15:guide id="12" pos="3310">
          <p15:clr>
            <a:srgbClr val="F26B43"/>
          </p15:clr>
        </p15:guide>
        <p15:guide id="13" pos="2600">
          <p15:clr>
            <a:srgbClr val="F26B43"/>
          </p15:clr>
        </p15:guide>
        <p15:guide id="14" pos="2652">
          <p15:clr>
            <a:srgbClr val="F26B43"/>
          </p15:clr>
        </p15:guide>
        <p15:guide id="15" pos="1943">
          <p15:clr>
            <a:srgbClr val="F26B43"/>
          </p15:clr>
        </p15:guide>
        <p15:guide id="16" pos="1994">
          <p15:clr>
            <a:srgbClr val="F26B43"/>
          </p15:clr>
        </p15:guide>
        <p15:guide id="17" pos="1285">
          <p15:clr>
            <a:srgbClr val="F26B43"/>
          </p15:clr>
        </p15:guide>
        <p15:guide id="18" pos="1337">
          <p15:clr>
            <a:srgbClr val="F26B43"/>
          </p15:clr>
        </p15:guide>
        <p15:guide id="19" orient="horz" pos="5675">
          <p15:clr>
            <a:srgbClr val="F26B43"/>
          </p15:clr>
        </p15:guide>
        <p15:guide id="20" orient="horz" pos="5727">
          <p15:clr>
            <a:srgbClr val="F26B43"/>
          </p15:clr>
        </p15:guide>
        <p15:guide id="21" orient="horz" pos="5000">
          <p15:clr>
            <a:srgbClr val="F26B43"/>
          </p15:clr>
        </p15:guide>
        <p15:guide id="22" orient="horz" pos="5051">
          <p15:clr>
            <a:srgbClr val="F26B43"/>
          </p15:clr>
        </p15:guide>
        <p15:guide id="23" orient="horz" pos="3986">
          <p15:clr>
            <a:srgbClr val="F26B43"/>
          </p15:clr>
        </p15:guide>
        <p15:guide id="24" orient="horz" pos="4038">
          <p15:clr>
            <a:srgbClr val="F26B43"/>
          </p15:clr>
        </p15:guide>
        <p15:guide id="25" orient="horz" pos="2635">
          <p15:clr>
            <a:srgbClr val="F26B43"/>
          </p15:clr>
        </p15:guide>
        <p15:guide id="26" orient="horz" pos="2687">
          <p15:clr>
            <a:srgbClr val="F26B43"/>
          </p15:clr>
        </p15:guide>
        <p15:guide id="27" orient="horz" pos="4662">
          <p15:clr>
            <a:srgbClr val="F26B43"/>
          </p15:clr>
        </p15:guide>
        <p15:guide id="28" orient="horz" pos="4714">
          <p15:clr>
            <a:srgbClr val="F26B43"/>
          </p15:clr>
        </p15:guide>
        <p15:guide id="29" orient="horz" pos="3310">
          <p15:clr>
            <a:srgbClr val="F26B43"/>
          </p15:clr>
        </p15:guide>
        <p15:guide id="30" orient="horz" pos="3362">
          <p15:clr>
            <a:srgbClr val="F26B43"/>
          </p15:clr>
        </p15:guide>
        <p15:guide id="31" orient="horz" pos="1959">
          <p15:clr>
            <a:srgbClr val="F26B43"/>
          </p15:clr>
        </p15:guide>
        <p15:guide id="32" orient="horz" pos="2011">
          <p15:clr>
            <a:srgbClr val="F26B43"/>
          </p15:clr>
        </p15:guide>
        <p15:guide id="33" orient="horz" pos="946">
          <p15:clr>
            <a:srgbClr val="F26B43"/>
          </p15:clr>
        </p15:guide>
        <p15:guide id="34" orient="horz" pos="998">
          <p15:clr>
            <a:srgbClr val="F26B43"/>
          </p15:clr>
        </p15:guide>
        <p15:guide id="35" orient="horz" pos="5337">
          <p15:clr>
            <a:srgbClr val="F26B43"/>
          </p15:clr>
        </p15:guide>
        <p15:guide id="36" orient="horz" pos="5389">
          <p15:clr>
            <a:srgbClr val="F26B43"/>
          </p15:clr>
        </p15:guide>
        <p15:guide id="37" orient="horz" pos="4324">
          <p15:clr>
            <a:srgbClr val="F26B43"/>
          </p15:clr>
        </p15:guide>
        <p15:guide id="38" orient="horz" pos="4376">
          <p15:clr>
            <a:srgbClr val="F26B43"/>
          </p15:clr>
        </p15:guide>
        <p15:guide id="39" orient="horz" pos="2973">
          <p15:clr>
            <a:srgbClr val="F26B43"/>
          </p15:clr>
        </p15:guide>
        <p15:guide id="40" orient="horz" pos="3025">
          <p15:clr>
            <a:srgbClr val="F26B43"/>
          </p15:clr>
        </p15:guide>
        <p15:guide id="41" orient="horz" pos="1621">
          <p15:clr>
            <a:srgbClr val="F26B43"/>
          </p15:clr>
        </p15:guide>
        <p15:guide id="42" orient="horz" pos="1673">
          <p15:clr>
            <a:srgbClr val="F26B43"/>
          </p15:clr>
        </p15:guide>
        <p15:guide id="43" orient="horz" pos="3648">
          <p15:clr>
            <a:srgbClr val="F26B43"/>
          </p15:clr>
        </p15:guide>
        <p15:guide id="44" orient="horz" pos="3700">
          <p15:clr>
            <a:srgbClr val="F26B43"/>
          </p15:clr>
        </p15:guide>
        <p15:guide id="45" orient="horz" pos="2297">
          <p15:clr>
            <a:srgbClr val="F26B43"/>
          </p15:clr>
        </p15:guide>
        <p15:guide id="46" orient="horz" pos="2349">
          <p15:clr>
            <a:srgbClr val="F26B43"/>
          </p15:clr>
        </p15:guide>
        <p15:guide id="47" orient="horz" pos="1284">
          <p15:clr>
            <a:srgbClr val="F26B43"/>
          </p15:clr>
        </p15:guide>
        <p15:guide id="48" orient="horz" pos="1335">
          <p15:clr>
            <a:srgbClr val="F26B43"/>
          </p15:clr>
        </p15:guide>
        <p15:guide id="49" orient="horz" pos="608">
          <p15:clr>
            <a:srgbClr val="F26B43"/>
          </p15:clr>
        </p15:guide>
        <p15:guide id="50" orient="horz" pos="660">
          <p15:clr>
            <a:srgbClr val="F26B43"/>
          </p15:clr>
        </p15:guide>
        <p15:guide id="51" pos="363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5EA86969-BB79-E149-BE7A-E100CCC5315D}"/>
              </a:ext>
            </a:extLst>
          </p:cNvPr>
          <p:cNvSpPr>
            <a:spLocks noGrp="1"/>
          </p:cNvSpPr>
          <p:nvPr>
            <p:ph type="body" sz="quarter" idx="21"/>
          </p:nvPr>
        </p:nvSpPr>
        <p:spPr/>
        <p:txBody>
          <a:bodyPr/>
          <a:lstStyle/>
          <a:p>
            <a:r>
              <a:rPr lang="en-US" dirty="0"/>
              <a:t>First </a:t>
            </a:r>
            <a:r>
              <a:rPr lang="en-US" dirty="0" err="1"/>
              <a:t>Lastname</a:t>
            </a:r>
            <a:endParaRPr lang="en-US" dirty="0"/>
          </a:p>
          <a:p>
            <a:pPr lvl="1"/>
            <a:r>
              <a:rPr lang="en-US" dirty="0"/>
              <a:t>Title line 1</a:t>
            </a:r>
          </a:p>
          <a:p>
            <a:pPr lvl="1"/>
            <a:r>
              <a:rPr lang="en-US" dirty="0"/>
              <a:t>Title line 2</a:t>
            </a:r>
          </a:p>
          <a:p>
            <a:pPr lvl="1"/>
            <a:r>
              <a:rPr lang="en-US" dirty="0" err="1"/>
              <a:t>first.lastname@cbre.com</a:t>
            </a:r>
            <a:endParaRPr lang="en-US" dirty="0"/>
          </a:p>
        </p:txBody>
      </p:sp>
      <p:sp>
        <p:nvSpPr>
          <p:cNvPr id="36" name="Text Placeholder 35">
            <a:extLst>
              <a:ext uri="{FF2B5EF4-FFF2-40B4-BE49-F238E27FC236}">
                <a16:creationId xmlns:a16="http://schemas.microsoft.com/office/drawing/2014/main" id="{100E2F92-027F-0A41-A9CD-483C68E48E1B}"/>
              </a:ext>
            </a:extLst>
          </p:cNvPr>
          <p:cNvSpPr>
            <a:spLocks noGrp="1"/>
          </p:cNvSpPr>
          <p:nvPr>
            <p:ph type="body" sz="quarter" idx="25"/>
          </p:nvPr>
        </p:nvSpPr>
        <p:spPr/>
        <p:txBody>
          <a:bodyPr/>
          <a:lstStyle/>
          <a:p>
            <a:r>
              <a:rPr lang="en-US" dirty="0"/>
              <a:t>First </a:t>
            </a:r>
            <a:r>
              <a:rPr lang="en-US" dirty="0" err="1"/>
              <a:t>Lastname</a:t>
            </a:r>
            <a:endParaRPr lang="en-US" dirty="0"/>
          </a:p>
          <a:p>
            <a:pPr lvl="1"/>
            <a:r>
              <a:rPr lang="en-US" dirty="0"/>
              <a:t>Title line 1</a:t>
            </a:r>
          </a:p>
          <a:p>
            <a:pPr lvl="1"/>
            <a:r>
              <a:rPr lang="en-US" dirty="0"/>
              <a:t>Title line 2</a:t>
            </a:r>
          </a:p>
          <a:p>
            <a:pPr lvl="1"/>
            <a:r>
              <a:rPr lang="en-US" dirty="0" err="1"/>
              <a:t>first.lastname@cbre.com</a:t>
            </a:r>
            <a:endParaRPr lang="en-US" dirty="0"/>
          </a:p>
        </p:txBody>
      </p:sp>
      <p:sp>
        <p:nvSpPr>
          <p:cNvPr id="38" name="Text Placeholder 37">
            <a:extLst>
              <a:ext uri="{FF2B5EF4-FFF2-40B4-BE49-F238E27FC236}">
                <a16:creationId xmlns:a16="http://schemas.microsoft.com/office/drawing/2014/main" id="{913F2EA2-CF3C-084A-899C-9CD3221E25BB}"/>
              </a:ext>
            </a:extLst>
          </p:cNvPr>
          <p:cNvSpPr>
            <a:spLocks noGrp="1"/>
          </p:cNvSpPr>
          <p:nvPr>
            <p:ph type="body" sz="quarter" idx="26"/>
          </p:nvPr>
        </p:nvSpPr>
        <p:spPr/>
        <p:txBody>
          <a:bodyPr/>
          <a:lstStyle/>
          <a:p>
            <a:r>
              <a:rPr lang="en-US" dirty="0"/>
              <a:t>First </a:t>
            </a:r>
            <a:r>
              <a:rPr lang="en-US" dirty="0" err="1"/>
              <a:t>Lastname</a:t>
            </a:r>
            <a:endParaRPr lang="en-US" dirty="0"/>
          </a:p>
          <a:p>
            <a:pPr lvl="1"/>
            <a:r>
              <a:rPr lang="en-US" dirty="0"/>
              <a:t>Title line 1</a:t>
            </a:r>
          </a:p>
          <a:p>
            <a:pPr lvl="1"/>
            <a:r>
              <a:rPr lang="en-US" dirty="0"/>
              <a:t>Title line 2</a:t>
            </a:r>
          </a:p>
          <a:p>
            <a:pPr lvl="1"/>
            <a:r>
              <a:rPr lang="en-US" dirty="0" err="1"/>
              <a:t>first.lastname@cbre.com</a:t>
            </a:r>
            <a:endParaRPr lang="en-US" dirty="0"/>
          </a:p>
        </p:txBody>
      </p:sp>
      <p:sp>
        <p:nvSpPr>
          <p:cNvPr id="40" name="Text Placeholder 39">
            <a:extLst>
              <a:ext uri="{FF2B5EF4-FFF2-40B4-BE49-F238E27FC236}">
                <a16:creationId xmlns:a16="http://schemas.microsoft.com/office/drawing/2014/main" id="{FC4EBF30-01D5-9849-91F6-79F569974511}"/>
              </a:ext>
            </a:extLst>
          </p:cNvPr>
          <p:cNvSpPr>
            <a:spLocks noGrp="1"/>
          </p:cNvSpPr>
          <p:nvPr>
            <p:ph type="body" sz="quarter" idx="27"/>
          </p:nvPr>
        </p:nvSpPr>
        <p:spPr/>
        <p:txBody>
          <a:bodyPr/>
          <a:lstStyle/>
          <a:p>
            <a:r>
              <a:rPr lang="en-US" dirty="0"/>
              <a:t>First </a:t>
            </a:r>
            <a:r>
              <a:rPr lang="en-US" dirty="0" err="1"/>
              <a:t>Lastname</a:t>
            </a:r>
            <a:endParaRPr lang="en-US" dirty="0"/>
          </a:p>
          <a:p>
            <a:pPr lvl="1"/>
            <a:r>
              <a:rPr lang="en-US" dirty="0"/>
              <a:t>Title line 1</a:t>
            </a:r>
          </a:p>
          <a:p>
            <a:pPr lvl="1"/>
            <a:r>
              <a:rPr lang="en-US" dirty="0"/>
              <a:t>Title line 2</a:t>
            </a:r>
          </a:p>
          <a:p>
            <a:pPr lvl="1"/>
            <a:r>
              <a:rPr lang="en-US" dirty="0" err="1"/>
              <a:t>first.lastname@cbre.com</a:t>
            </a:r>
            <a:endParaRPr lang="en-US" dirty="0"/>
          </a:p>
        </p:txBody>
      </p:sp>
      <p:sp>
        <p:nvSpPr>
          <p:cNvPr id="2" name="Content Placeholder 24">
            <a:extLst>
              <a:ext uri="{FF2B5EF4-FFF2-40B4-BE49-F238E27FC236}">
                <a16:creationId xmlns:a16="http://schemas.microsoft.com/office/drawing/2014/main" id="{DF5ECAB0-F89C-5D81-C221-5840C8F8D5C9}"/>
              </a:ext>
            </a:extLst>
          </p:cNvPr>
          <p:cNvSpPr txBox="1">
            <a:spLocks/>
          </p:cNvSpPr>
          <p:nvPr/>
        </p:nvSpPr>
        <p:spPr>
          <a:xfrm>
            <a:off x="932233" y="5790586"/>
            <a:ext cx="6330737" cy="2003333"/>
          </a:xfrm>
          <a:prstGeom prst="rect">
            <a:avLst/>
          </a:prstGeom>
        </p:spPr>
        <p:txBody>
          <a:bodyPr/>
          <a:lstStyle>
            <a:lvl1pPr marL="0" eaLnBrk="1" hangingPunct="1">
              <a:spcBef>
                <a:spcPts val="1530"/>
              </a:spcBef>
              <a:spcAft>
                <a:spcPts val="0"/>
              </a:spcAft>
              <a:defRPr sz="1600">
                <a:solidFill>
                  <a:schemeClr val="tx1"/>
                </a:solidFill>
                <a:latin typeface="+mj-lt"/>
                <a:ea typeface="+mn-ea"/>
                <a:cs typeface="+mn-cs"/>
              </a:defRPr>
            </a:lvl1pPr>
            <a:lvl2pPr marL="0" indent="0" eaLnBrk="1" hangingPunct="1">
              <a:spcBef>
                <a:spcPts val="1020"/>
              </a:spcBef>
              <a:spcAft>
                <a:spcPts val="255"/>
              </a:spcAft>
              <a:defRPr sz="1600" b="0" i="0">
                <a:solidFill>
                  <a:schemeClr val="tx1"/>
                </a:solidFill>
                <a:latin typeface="Calibre Light" panose="020B0303030202060203" pitchFamily="34" charset="77"/>
                <a:ea typeface="+mn-ea"/>
                <a:cs typeface="+mn-cs"/>
              </a:defRPr>
            </a:lvl2pPr>
            <a:lvl3pPr marL="0" indent="0" eaLnBrk="1" hangingPunct="1">
              <a:spcBef>
                <a:spcPts val="1020"/>
              </a:spcBef>
              <a:spcAft>
                <a:spcPts val="0"/>
              </a:spcAft>
              <a:defRPr sz="1200" b="0" i="0">
                <a:solidFill>
                  <a:schemeClr val="accent6"/>
                </a:solidFill>
                <a:latin typeface="Calibre Medium" panose="020B0503030202060203" pitchFamily="34" charset="77"/>
                <a:ea typeface="+mn-ea"/>
                <a:cs typeface="+mn-cs"/>
              </a:defRPr>
            </a:lvl3pPr>
            <a:lvl4pPr marL="0" indent="0" eaLnBrk="1" hangingPunct="1">
              <a:spcBef>
                <a:spcPts val="600"/>
              </a:spcBef>
              <a:spcAft>
                <a:spcPts val="600"/>
              </a:spcAft>
              <a:buClr>
                <a:schemeClr val="tx1"/>
              </a:buClr>
              <a:buFont typeface="SwissReSansOTLight" panose="04000400000000000000" pitchFamily="82" charset="0"/>
              <a:buNone/>
              <a:defRPr sz="1100">
                <a:solidFill>
                  <a:schemeClr val="tx1"/>
                </a:solidFill>
                <a:latin typeface="+mn-lt"/>
                <a:ea typeface="+mn-ea"/>
                <a:cs typeface="+mn-cs"/>
              </a:defRPr>
            </a:lvl4pPr>
            <a:lvl5pPr marL="147090" indent="-136294" eaLnBrk="1" hangingPunct="1">
              <a:spcBef>
                <a:spcPts val="300"/>
              </a:spcBef>
              <a:spcAft>
                <a:spcPts val="300"/>
              </a:spcAft>
              <a:buFont typeface="SwissReSansOTLight" panose="04000400000000000000" pitchFamily="82" charset="0"/>
              <a:buChar char="–"/>
              <a:tabLst/>
              <a:defRPr sz="1100" b="0" i="0">
                <a:solidFill>
                  <a:schemeClr val="tx1"/>
                </a:solidFill>
                <a:latin typeface="+mn-lt"/>
                <a:ea typeface="+mn-ea"/>
                <a:cs typeface="+mn-cs"/>
              </a:defRPr>
            </a:lvl5pPr>
            <a:lvl6pPr marL="0" indent="0" eaLnBrk="1" hangingPunct="1">
              <a:spcBef>
                <a:spcPts val="1020"/>
              </a:spcBef>
              <a:spcAft>
                <a:spcPts val="0"/>
              </a:spcAft>
              <a:buFont typeface="SwissReSansOTLight" panose="04000400000000000000" pitchFamily="82" charset="0"/>
              <a:buNone/>
              <a:defRPr sz="1100" b="0" i="0" cap="all" baseline="0">
                <a:solidFill>
                  <a:schemeClr val="tx1"/>
                </a:solidFill>
                <a:latin typeface="Calibre Light" panose="020B0303030202060203" pitchFamily="34" charset="0"/>
                <a:ea typeface="+mn-ea"/>
                <a:cs typeface="+mn-cs"/>
              </a:defRPr>
            </a:lvl6pPr>
            <a:lvl7pPr marL="0" indent="0" eaLnBrk="1" hangingPunct="1">
              <a:spcBef>
                <a:spcPts val="765"/>
              </a:spcBef>
              <a:spcAft>
                <a:spcPts val="0"/>
              </a:spcAft>
              <a:defRPr sz="850">
                <a:solidFill>
                  <a:schemeClr val="tx1"/>
                </a:solidFill>
                <a:latin typeface="Calibre Semibold" panose="020B0703030202060203" pitchFamily="34" charset="0"/>
                <a:ea typeface="+mn-ea"/>
                <a:cs typeface="+mn-cs"/>
              </a:defRPr>
            </a:lvl7pPr>
            <a:lvl8pPr marL="0" indent="0" eaLnBrk="1" hangingPunct="1">
              <a:spcBef>
                <a:spcPts val="255"/>
              </a:spcBef>
              <a:spcAft>
                <a:spcPts val="0"/>
              </a:spcAft>
              <a:defRPr sz="850">
                <a:solidFill>
                  <a:schemeClr val="tx1"/>
                </a:solidFill>
                <a:latin typeface="+mn-lt"/>
                <a:ea typeface="+mn-ea"/>
                <a:cs typeface="+mn-cs"/>
              </a:defRPr>
            </a:lvl8pPr>
            <a:lvl9pPr marL="145741" indent="-145741" eaLnBrk="1" hangingPunct="1">
              <a:spcBef>
                <a:spcPts val="170"/>
              </a:spcBef>
              <a:buFont typeface="SwissReSansOTLight" panose="04000400000000000000" pitchFamily="82" charset="0"/>
              <a:buChar char="–"/>
              <a:defRPr sz="850">
                <a:solidFill>
                  <a:schemeClr val="tx1"/>
                </a:solidFill>
                <a:latin typeface="+mn-lt"/>
                <a:ea typeface="+mn-ea"/>
                <a:cs typeface="+mn-cs"/>
              </a:defRPr>
            </a:lvl9pPr>
          </a:lstStyle>
          <a:p>
            <a:pPr marL="0" marR="0" lvl="0" indent="0" defTabSz="914400" eaLnBrk="1" fontAlgn="auto" latinLnBrk="0" hangingPunct="1">
              <a:lnSpc>
                <a:spcPct val="100000"/>
              </a:lnSpc>
              <a:spcBef>
                <a:spcPts val="1530"/>
              </a:spcBef>
              <a:spcAft>
                <a:spcPts val="0"/>
              </a:spcAft>
              <a:buClrTx/>
              <a:buSzTx/>
              <a:buFontTx/>
              <a:buNone/>
              <a:tabLst/>
              <a:defRPr/>
            </a:pPr>
            <a:r>
              <a:rPr kumimoji="0" lang="en-US" sz="1200" b="0" i="0" u="none" strike="noStrike" kern="0" cap="none" spc="0" normalizeH="0" baseline="0" noProof="0" dirty="0">
                <a:ln>
                  <a:noFill/>
                </a:ln>
                <a:solidFill>
                  <a:srgbClr val="435254"/>
                </a:solidFill>
                <a:effectLst/>
                <a:uLnTx/>
                <a:uFillTx/>
                <a:latin typeface="Calibre Medium" panose="020B0603030202060203" pitchFamily="34" charset="0"/>
                <a:ea typeface="+mn-ea"/>
                <a:cs typeface="+mn-cs"/>
              </a:rPr>
              <a:t>Definitions</a:t>
            </a:r>
          </a:p>
          <a:p>
            <a:pPr marL="0" marR="0" lvl="1" indent="0" defTabSz="914400" eaLnBrk="1" fontAlgn="auto" latinLnBrk="0" hangingPunct="1">
              <a:lnSpc>
                <a:spcPct val="100000"/>
              </a:lnSpc>
              <a:spcBef>
                <a:spcPts val="0"/>
              </a:spcBef>
              <a:spcAft>
                <a:spcPts val="255"/>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Light" panose="020B0303030202060203" pitchFamily="34" charset="77"/>
                <a:ea typeface="+mn-ea"/>
                <a:cs typeface="+mn-cs"/>
              </a:rPr>
              <a:t>Available Sq. Ft.: Space in a building, ready for occupancy within six months; can be occupied or vacant. Availability Rate: Total Available Sq. Ft. divided by the total building Area. Average Asking Lease Rate: A calculated average that includes net and gross lease rate, weighted by their corresponding available square footage. Building Area: The total floor area sq. ft. of the building, typically taken at the “drip line” of the building. Gross Activity: All sale and lease transactions completed within a specified time period. Excludes investment sale transactions. Gross Lease Rate: Rent typically includes real property taxes, building insurance, and major maintenance. Net Absorption: The change in Occupied Sq. Ft. from one period to the next. Net Lease Rate: Rent excludes one or more of the ”net” costs (real property taxes, building insurance, and major maintenance) typically included in a Gross Lease Rate. Occupied Sq. Ft.: Building Area not considered vacant. Vacancy Rate: Total Vacant Sq. Ft. divided by the total Building Area. Vacant Sq. Ft.: Space that can be occupied within 30 days. Class A industrial are buildings built after 2000, with 32’ or greater clear height and ESFR sprinklers.</a:t>
            </a:r>
          </a:p>
          <a:p>
            <a:pPr marL="0" marR="0" lvl="0" indent="0" defTabSz="914400" eaLnBrk="1" fontAlgn="auto" latinLnBrk="0" hangingPunct="1">
              <a:lnSpc>
                <a:spcPct val="100000"/>
              </a:lnSpc>
              <a:spcBef>
                <a:spcPts val="1530"/>
              </a:spcBef>
              <a:spcAft>
                <a:spcPts val="0"/>
              </a:spcAft>
              <a:buClrTx/>
              <a:buSzTx/>
              <a:buFontTx/>
              <a:buNone/>
              <a:tabLst/>
              <a:defRPr/>
            </a:pPr>
            <a:r>
              <a:rPr kumimoji="0" lang="en-US" sz="1200" b="0" i="0" u="none" strike="noStrike" kern="0" cap="none" spc="0" normalizeH="0" baseline="0" noProof="0" dirty="0">
                <a:ln>
                  <a:noFill/>
                </a:ln>
                <a:solidFill>
                  <a:srgbClr val="435254"/>
                </a:solidFill>
                <a:effectLst/>
                <a:uLnTx/>
                <a:uFillTx/>
                <a:latin typeface="Calibre Medium" panose="020B0603030202060203" pitchFamily="34" charset="0"/>
                <a:ea typeface="+mn-ea"/>
                <a:cs typeface="+mn-cs"/>
              </a:rPr>
              <a:t>Survey Criteria</a:t>
            </a:r>
          </a:p>
          <a:p>
            <a:pPr marL="0" marR="0" lvl="1" indent="0" defTabSz="914400" eaLnBrk="1" fontAlgn="auto" latinLnBrk="0" hangingPunct="1">
              <a:lnSpc>
                <a:spcPct val="100000"/>
              </a:lnSpc>
              <a:spcBef>
                <a:spcPts val="0"/>
              </a:spcBef>
              <a:spcAft>
                <a:spcPts val="255"/>
              </a:spcAft>
              <a:buClrTx/>
              <a:buSzTx/>
              <a:buFontTx/>
              <a:buNone/>
              <a:tabLst/>
              <a:defRPr/>
            </a:pPr>
            <a:r>
              <a:rPr kumimoji="0" lang="en-US" sz="850" b="0" i="0" u="none" strike="noStrike" kern="0" cap="none" spc="0" normalizeH="0" baseline="0" noProof="0" dirty="0">
                <a:ln>
                  <a:noFill/>
                </a:ln>
                <a:solidFill>
                  <a:srgbClr val="435254"/>
                </a:solidFill>
                <a:effectLst/>
                <a:uLnTx/>
                <a:uFillTx/>
                <a:latin typeface="Calibre Light" panose="020B0303030202060203" pitchFamily="34" charset="77"/>
                <a:ea typeface="+mn-ea"/>
                <a:cs typeface="+mn-cs"/>
              </a:rPr>
              <a:t>[Insert survey Criteria here. Contact your manager for specific criteria]</a:t>
            </a:r>
          </a:p>
        </p:txBody>
      </p:sp>
      <p:sp>
        <p:nvSpPr>
          <p:cNvPr id="6" name="slide_5_map">
            <a:extLst>
              <a:ext uri="{FF2B5EF4-FFF2-40B4-BE49-F238E27FC236}">
                <a16:creationId xmlns:a16="http://schemas.microsoft.com/office/drawing/2014/main" id="{4961B8E6-5C07-4168-9392-72EECC81EE12}"/>
              </a:ext>
            </a:extLst>
          </p:cNvPr>
          <p:cNvSpPr>
            <a:spLocks noGrp="1"/>
          </p:cNvSpPr>
          <p:nvPr/>
        </p:nvSpPr>
        <p:spPr>
          <a:xfrm>
            <a:off x="1042595" y="1065337"/>
            <a:ext cx="6220375" cy="4588527"/>
          </a:xfrm>
          <a:prstGeom prst="rect">
            <a:avLst/>
          </a:prstGeom>
          <a:solidFill>
            <a:schemeClr val="accent3"/>
          </a:solidFill>
        </p:spPr>
        <p:txBody>
          <a:bodyPr vert="horz" lIns="0" tIns="0" rIns="72000" bIns="0" rtlCol="0" anchor="ctr" anchorCtr="0">
            <a:noAutofit/>
          </a:bodyPr>
          <a:lstStyle>
            <a:lvl1pPr marL="0" algn="ctr"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marL="0" marR="0" lvl="0" indent="0" algn="ctr" defTabSz="914400" eaLnBrk="1" fontAlgn="auto" latinLnBrk="0" hangingPunct="1">
              <a:lnSpc>
                <a:spcPct val="100000"/>
              </a:lnSpc>
              <a:spcBef>
                <a:spcPts val="1200"/>
              </a:spcBef>
              <a:spcAft>
                <a:spcPts val="600"/>
              </a:spcAft>
              <a:buClrTx/>
              <a:buSzTx/>
              <a:buFontTx/>
              <a:buNone/>
              <a:tabLst/>
              <a:defRPr/>
            </a:pPr>
            <a:endParaRPr kumimoji="0" lang="en-US" sz="1600" b="0" i="0" u="none" strike="noStrike" kern="0" cap="none" spc="0" normalizeH="0" baseline="0" noProof="0" dirty="0">
              <a:ln>
                <a:noFill/>
              </a:ln>
              <a:solidFill>
                <a:srgbClr val="435254"/>
              </a:solidFill>
              <a:effectLst/>
              <a:uLnTx/>
              <a:uFillTx/>
              <a:latin typeface="Financier Display"/>
              <a:ea typeface="+mn-ea"/>
              <a:cs typeface="+mn-cs"/>
            </a:endParaRPr>
          </a:p>
        </p:txBody>
      </p:sp>
      <p:sp>
        <p:nvSpPr>
          <p:cNvPr id="9" name="TextBox 8">
            <a:extLst>
              <a:ext uri="{FF2B5EF4-FFF2-40B4-BE49-F238E27FC236}">
                <a16:creationId xmlns:a16="http://schemas.microsoft.com/office/drawing/2014/main" id="{2DBCE58D-FC54-05C1-8D49-DE19D9A40FAA}"/>
              </a:ext>
            </a:extLst>
          </p:cNvPr>
          <p:cNvSpPr txBox="1"/>
          <p:nvPr/>
        </p:nvSpPr>
        <p:spPr>
          <a:xfrm>
            <a:off x="932233" y="726783"/>
            <a:ext cx="5221940" cy="276999"/>
          </a:xfrm>
          <a:prstGeom prst="rect">
            <a:avLst/>
          </a:prstGeom>
          <a:noFill/>
        </p:spPr>
        <p:txBody>
          <a:bodyPr wrap="square">
            <a:spAutoFit/>
          </a:bodyPr>
          <a:lstStyle/>
          <a:p>
            <a:pPr marL="0" marR="0" lvl="0" indent="0" defTabSz="914400" eaLnBrk="1" fontAlgn="auto" latinLnBrk="0" hangingPunct="1">
              <a:lnSpc>
                <a:spcPct val="100000"/>
              </a:lnSpc>
              <a:spcBef>
                <a:spcPts val="1200"/>
              </a:spcBef>
              <a:spcAft>
                <a:spcPts val="1200"/>
              </a:spcAft>
              <a:buClrTx/>
              <a:buSzTx/>
              <a:buFontTx/>
              <a:buNone/>
              <a:tabLst/>
              <a:defRPr/>
            </a:pPr>
            <a:r>
              <a:rPr kumimoji="0" lang="en-US" sz="1200" b="0" i="0" u="none" strike="noStrike" kern="0" cap="none" spc="0" normalizeH="0" baseline="0" noProof="0" dirty="0">
                <a:ln>
                  <a:noFill/>
                </a:ln>
                <a:solidFill>
                  <a:srgbClr val="435254"/>
                </a:solidFill>
                <a:effectLst/>
                <a:uLnTx/>
                <a:uFillTx/>
                <a:latin typeface="Calibre Medium" panose="020B0603030202060203" pitchFamily="34" charset="0"/>
                <a:ea typeface="+mn-ea"/>
                <a:cs typeface="+mn-cs"/>
              </a:rPr>
              <a:t>Submarket Map</a:t>
            </a:r>
          </a:p>
        </p:txBody>
      </p:sp>
    </p:spTree>
    <p:extLst>
      <p:ext uri="{BB962C8B-B14F-4D97-AF65-F5344CB8AC3E}">
        <p14:creationId xmlns:p14="http://schemas.microsoft.com/office/powerpoint/2010/main" val="3909779132"/>
      </p:ext>
    </p:extLst>
  </p:cSld>
  <p:clrMapOvr>
    <a:masterClrMapping/>
  </p:clrMapOvr>
</p:sld>
</file>

<file path=ppt/theme/theme1.xml><?xml version="1.0" encoding="utf-8"?>
<a:theme xmlns:a="http://schemas.openxmlformats.org/drawingml/2006/main" name="Brief Master - 20210802">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2" id="{C2CD1A44-1C1E-3644-A123-7B06D162EE54}" vid="{46271BD5-B5FE-B546-BF4F-38C1A5A7B3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e767a3e-36d8-4341-a9b3-8a01d66037db}"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TotalTime>
  <Words>321</Words>
  <Application>Microsoft Macintosh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Aptos</vt:lpstr>
      <vt:lpstr>Arial Narrow</vt:lpstr>
      <vt:lpstr>Barlow Condensed Light</vt:lpstr>
      <vt:lpstr>Calibre</vt:lpstr>
      <vt:lpstr>Calibre Light</vt:lpstr>
      <vt:lpstr>Calibre Medium</vt:lpstr>
      <vt:lpstr>Calibre Semibold</vt:lpstr>
      <vt:lpstr>Financier Display</vt:lpstr>
      <vt:lpstr>SwissReSansOTLight</vt:lpstr>
      <vt:lpstr>Brief Master - 20210802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Kalwakurthy, Akhil @ Global D&amp;T Contractor</dc:creator>
  <cp:lastModifiedBy>Jain Prateek</cp:lastModifiedBy>
  <cp:revision>2</cp:revision>
  <dcterms:created xsi:type="dcterms:W3CDTF">2025-11-11T11:28:48Z</dcterms:created>
  <dcterms:modified xsi:type="dcterms:W3CDTF">2026-01-13T12:44:45Z</dcterms:modified>
</cp:coreProperties>
</file>