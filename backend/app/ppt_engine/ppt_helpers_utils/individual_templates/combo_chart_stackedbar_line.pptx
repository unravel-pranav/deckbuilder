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4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622300716633957E-2"/>
          <c:y val="0.10810810810810811"/>
          <c:w val="0.92179011219523277"/>
          <c:h val="0.613692946987600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A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#,##0</c:formatCode>
                <c:ptCount val="19"/>
                <c:pt idx="0">
                  <c:v>73314</c:v>
                </c:pt>
                <c:pt idx="1">
                  <c:v>-79389</c:v>
                </c:pt>
                <c:pt idx="2">
                  <c:v>-351173</c:v>
                </c:pt>
                <c:pt idx="3">
                  <c:v>-61204</c:v>
                </c:pt>
                <c:pt idx="4">
                  <c:v>-160346</c:v>
                </c:pt>
                <c:pt idx="5">
                  <c:v>-121866</c:v>
                </c:pt>
                <c:pt idx="6">
                  <c:v>-179032</c:v>
                </c:pt>
                <c:pt idx="7">
                  <c:v>17830</c:v>
                </c:pt>
                <c:pt idx="8">
                  <c:v>-37779</c:v>
                </c:pt>
                <c:pt idx="9">
                  <c:v>-144872</c:v>
                </c:pt>
                <c:pt idx="10">
                  <c:v>-391301</c:v>
                </c:pt>
                <c:pt idx="11">
                  <c:v>-23949</c:v>
                </c:pt>
                <c:pt idx="12">
                  <c:v>-283209</c:v>
                </c:pt>
                <c:pt idx="13">
                  <c:v>-60351</c:v>
                </c:pt>
                <c:pt idx="14">
                  <c:v>53029</c:v>
                </c:pt>
                <c:pt idx="15">
                  <c:v>165771</c:v>
                </c:pt>
                <c:pt idx="16">
                  <c:v>68951</c:v>
                </c:pt>
                <c:pt idx="17">
                  <c:v>142166</c:v>
                </c:pt>
                <c:pt idx="18">
                  <c:v>70162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D2-F349-B99B-4729983F47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B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Sheet1!$C$2:$C$20</c:f>
              <c:numCache>
                <c:formatCode>#,##0</c:formatCode>
                <c:ptCount val="19"/>
                <c:pt idx="0">
                  <c:v>-51490</c:v>
                </c:pt>
                <c:pt idx="1">
                  <c:v>76382</c:v>
                </c:pt>
                <c:pt idx="2">
                  <c:v>-504845</c:v>
                </c:pt>
                <c:pt idx="3">
                  <c:v>-73005</c:v>
                </c:pt>
                <c:pt idx="4">
                  <c:v>-218785</c:v>
                </c:pt>
                <c:pt idx="5">
                  <c:v>23429</c:v>
                </c:pt>
                <c:pt idx="6">
                  <c:v>31821</c:v>
                </c:pt>
                <c:pt idx="7">
                  <c:v>-7405</c:v>
                </c:pt>
                <c:pt idx="8">
                  <c:v>27640</c:v>
                </c:pt>
                <c:pt idx="9">
                  <c:v>-35453</c:v>
                </c:pt>
                <c:pt idx="10">
                  <c:v>-48620</c:v>
                </c:pt>
                <c:pt idx="11">
                  <c:v>43801</c:v>
                </c:pt>
                <c:pt idx="12">
                  <c:v>-66033</c:v>
                </c:pt>
                <c:pt idx="13">
                  <c:v>-308205</c:v>
                </c:pt>
                <c:pt idx="14">
                  <c:v>-30991</c:v>
                </c:pt>
                <c:pt idx="15">
                  <c:v>-14895</c:v>
                </c:pt>
                <c:pt idx="16">
                  <c:v>-36820</c:v>
                </c:pt>
                <c:pt idx="17">
                  <c:v>31295</c:v>
                </c:pt>
                <c:pt idx="18">
                  <c:v>-21907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D2-F349-B99B-4729983F4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917742344"/>
        <c:axId val="9177430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Rolling 4Q Avg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2">
                  <c:v>-279067</c:v>
                </c:pt>
                <c:pt idx="3">
                  <c:v>-242852.5</c:v>
                </c:pt>
                <c:pt idx="4">
                  <c:v>-343091.25</c:v>
                </c:pt>
                <c:pt idx="5">
                  <c:v>-366948.75</c:v>
                </c:pt>
                <c:pt idx="6">
                  <c:v>-189747</c:v>
                </c:pt>
                <c:pt idx="7">
                  <c:v>-153588.5</c:v>
                </c:pt>
                <c:pt idx="8">
                  <c:v>-61340.5</c:v>
                </c:pt>
                <c:pt idx="9">
                  <c:v>-81812.5</c:v>
                </c:pt>
                <c:pt idx="10">
                  <c:v>-154990</c:v>
                </c:pt>
                <c:pt idx="11">
                  <c:v>-152633.25</c:v>
                </c:pt>
                <c:pt idx="12">
                  <c:v>-237409</c:v>
                </c:pt>
                <c:pt idx="13">
                  <c:v>-284466.75</c:v>
                </c:pt>
                <c:pt idx="14">
                  <c:v>-168977</c:v>
                </c:pt>
                <c:pt idx="15">
                  <c:v>-136221</c:v>
                </c:pt>
                <c:pt idx="16">
                  <c:v>-40877.75</c:v>
                </c:pt>
                <c:pt idx="17">
                  <c:v>94626.5</c:v>
                </c:pt>
                <c:pt idx="18">
                  <c:v>101180.75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D2-F349-B99B-4729983F4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7742344"/>
        <c:axId val="917743064"/>
      </c:lineChart>
      <c:catAx>
        <c:axId val="917742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743064"/>
        <c:crosses val="autoZero"/>
        <c:auto val="1"/>
        <c:lblAlgn val="ctr"/>
        <c:lblOffset val="100"/>
        <c:noMultiLvlLbl val="0"/>
      </c:catAx>
      <c:valAx>
        <c:axId val="917743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Sq. Ft. millions</a:t>
                </a:r>
              </a:p>
            </c:rich>
          </c:tx>
          <c:layout>
            <c:manualLayout>
              <c:xMode val="edge"/>
              <c:yMode val="edge"/>
              <c:x val="2.3262578460830582E-3"/>
              <c:y val="1.438155934633349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_);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74234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840681743748234"/>
          <c:y val="0.91034733033904192"/>
          <c:w val="0.48989689732154307"/>
          <c:h val="8.44850224821093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12A2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5FE28-2D10-4C89-194C-2BDC0DEEA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151F5-2DF9-D6A9-6EB6-FDBF5DBD2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E3D15-DD3E-992B-5DC3-EB1EF3DD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E552-4F96-CF85-F5B8-9800F4B8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3478D-17C4-0EE0-89D1-6B3CEFB9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2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08693-1D3D-B10A-6D56-099DB3E3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870F2-F799-B082-F8C4-33D848807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059CB-B5CD-C199-10C3-027A1F4B7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57F1D-C0D9-9F47-9C98-D32A08F9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247C0-A6A1-C16F-9E24-A1F808D8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7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8C62-823C-22A9-4122-831642884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0F42B-7170-5FDF-A4B6-7C0122B00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C0299-1510-7FB1-0E03-17CB4F23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0F17E-8007-3749-A634-693D02F2F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78EAF-8652-02E7-1B8A-AB59BE1A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3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C28E-1491-E1FF-82AA-EF416A3A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34B96-AA28-4B4F-A947-15E8679D6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422DC-E987-F85E-1990-78A2CC22B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6AF7A-0BC9-7FAF-50B3-7BD81CDA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914A8-C02E-C95C-45E4-6E953FAF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35C28-2247-F298-77F7-CE264FFE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7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8B88-EF6C-D2E2-593A-149C6C88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4C5AF-60A0-A0EE-439A-AC77A0896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AFACD-BE0A-9456-A52F-B43BB713B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3DE9F-A72B-3A55-51E6-FEFA96C2B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ACB3B-6053-7B4E-D593-8B8B19753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4523FD-262D-7151-8929-BA947A60B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6256D-181B-26C9-09C0-EFE1FFF7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EC40E3-FD5A-6B09-BFFA-FD1AD7E7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5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EA29-D16C-0125-AC71-66E15804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174B5-91E1-9C59-8597-A25E8A9F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78DC7-E338-2D93-F15A-6ADA26F4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B577D-BD08-E8F4-D9E7-6570442D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4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DDDCC-60A6-B600-7352-0C3C229F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D3A88-CDA2-7AB0-D42D-49B2A5DE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C9D78-55FB-1376-2311-B3403D02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6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3529-B0A4-D7F5-BEED-87EBF8AA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F8B68-693B-A11F-EB45-6D331F905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E0630-9584-5F7B-643B-EC6990DD9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871EB-C457-5047-9F42-885D6E17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AF2E1-01BE-4969-D409-8C29359B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0E952-2F58-839A-60FD-E6520775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42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7B7D-C37A-3CC7-A885-F1FB6A892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6292F-C13E-BF5B-884B-8980D8E2C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DFB33-5F28-16F6-A10B-69BD7DD8F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4390-9331-0896-7440-FEC51393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8FD6B-2570-D576-44C0-E787C7C2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76229-E09F-087E-EAB1-2270E074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0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E2F8-5858-46CC-AD06-539E1450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A0F8D-57B8-8D96-A128-D6DCB89CC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E48A4-3AB8-E22F-EA5B-60415F70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E79F-C1C4-2F10-DEAD-4ED20ACCA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9CB03-2BBF-2AEF-9D42-030806A0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5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D9FC9-4E36-CF23-CE6A-55FDBD28B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7F877-6EDE-DE44-8388-6452AA60A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967CD-027C-B95C-EAE1-08607CF3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78230-7987-D5BA-7F09-BBC1F7F6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89448-C211-D660-95F8-00031EB4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9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BE8EF-714C-78B6-67A4-72B096F0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8322D-40AF-F343-CD1B-F080F7557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6E0F-9FD0-1A19-CC60-C56A911B5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020DB-8D37-FA48-866D-6B82858C21E8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78159-84AD-ED65-C360-BDED78F2D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6A05E-38F0-5AEE-F963-E49AEAE4A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DA0AB-5A19-9E43-ADEE-8C6CC8F4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8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slide_3_chart_1">
            <a:extLst>
              <a:ext uri="{FF2B5EF4-FFF2-40B4-BE49-F238E27FC236}">
                <a16:creationId xmlns:a16="http://schemas.microsoft.com/office/drawing/2014/main" id="{9D68EC03-C52C-A389-9A9A-A4CC0F6C92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2709688"/>
              </p:ext>
            </p:extLst>
          </p:nvPr>
        </p:nvGraphicFramePr>
        <p:xfrm>
          <a:off x="2646207" y="1605776"/>
          <a:ext cx="6230163" cy="3245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9159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 Prateek</dc:creator>
  <cp:lastModifiedBy>Jain Prateek</cp:lastModifiedBy>
  <cp:revision>1</cp:revision>
  <dcterms:created xsi:type="dcterms:W3CDTF">2026-01-06T06:25:00Z</dcterms:created>
  <dcterms:modified xsi:type="dcterms:W3CDTF">2026-01-06T06:26:16Z</dcterms:modified>
</cp:coreProperties>
</file>