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7A9F"/>
    <a:srgbClr val="CBD1D3"/>
    <a:srgbClr val="0E1F59"/>
    <a:srgbClr val="64A680"/>
    <a:srgbClr val="213B2E"/>
    <a:srgbClr val="89DD9B"/>
    <a:srgbClr val="DBD9A6"/>
    <a:srgbClr val="DB3A4E"/>
    <a:srgbClr val="6F9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4"/>
  </p:normalViewPr>
  <p:slideViewPr>
    <p:cSldViewPr snapToGrid="0">
      <p:cViewPr varScale="1">
        <p:scale>
          <a:sx n="91" d="100"/>
          <a:sy n="91" d="100"/>
        </p:scale>
        <p:origin x="19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6F958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53-F24E-9FBE-D32D120F8C9E}"/>
              </c:ext>
            </c:extLst>
          </c:dPt>
          <c:dPt>
            <c:idx val="1"/>
            <c:bubble3D val="0"/>
            <c:spPr>
              <a:solidFill>
                <a:srgbClr val="587A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53-F24E-9FBE-D32D120F8C9E}"/>
              </c:ext>
            </c:extLst>
          </c:dPt>
          <c:dPt>
            <c:idx val="2"/>
            <c:bubble3D val="0"/>
            <c:spPr>
              <a:solidFill>
                <a:srgbClr val="CBD1D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7653-F24E-9FBE-D32D120F8C9E}"/>
              </c:ext>
            </c:extLst>
          </c:dPt>
          <c:dPt>
            <c:idx val="3"/>
            <c:bubble3D val="0"/>
            <c:spPr>
              <a:solidFill>
                <a:srgbClr val="0E1F5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53-F24E-9FBE-D32D120F8C9E}"/>
              </c:ext>
            </c:extLst>
          </c:dPt>
          <c:dPt>
            <c:idx val="4"/>
            <c:bubble3D val="0"/>
            <c:spPr>
              <a:solidFill>
                <a:srgbClr val="64A68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653-F24E-9FBE-D32D120F8C9E}"/>
              </c:ext>
            </c:extLst>
          </c:dPt>
          <c:dPt>
            <c:idx val="5"/>
            <c:bubble3D val="0"/>
            <c:spPr>
              <a:solidFill>
                <a:srgbClr val="213B2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53-F24E-9FBE-D32D120F8C9E}"/>
              </c:ext>
            </c:extLst>
          </c:dPt>
          <c:dPt>
            <c:idx val="6"/>
            <c:bubble3D val="0"/>
            <c:spPr>
              <a:solidFill>
                <a:srgbClr val="89DD9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653-F24E-9FBE-D32D120F8C9E}"/>
              </c:ext>
            </c:extLst>
          </c:dPt>
          <c:dPt>
            <c:idx val="7"/>
            <c:bubble3D val="0"/>
            <c:spPr>
              <a:solidFill>
                <a:srgbClr val="DBD9A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Energy &amp; oil services</c:v>
                </c:pt>
                <c:pt idx="1">
                  <c:v>Legal Services</c:v>
                </c:pt>
                <c:pt idx="2">
                  <c:v>Proffessional Services</c:v>
                </c:pt>
                <c:pt idx="3">
                  <c:v>Financial Services</c:v>
                </c:pt>
                <c:pt idx="4">
                  <c:v>Education </c:v>
                </c:pt>
                <c:pt idx="5">
                  <c:v>Real Estate</c:v>
                </c:pt>
                <c:pt idx="6">
                  <c:v>Engineering</c:v>
                </c:pt>
                <c:pt idx="7">
                  <c:v>Construction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0.33</c:v>
                </c:pt>
                <c:pt idx="1">
                  <c:v>0.28999999999999998</c:v>
                </c:pt>
                <c:pt idx="2">
                  <c:v>0.04</c:v>
                </c:pt>
                <c:pt idx="3">
                  <c:v>0.11</c:v>
                </c:pt>
                <c:pt idx="4">
                  <c:v>0.06</c:v>
                </c:pt>
                <c:pt idx="5">
                  <c:v>0.06</c:v>
                </c:pt>
                <c:pt idx="6">
                  <c:v>0.06</c:v>
                </c:pt>
                <c:pt idx="7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53-F24E-9FBE-D32D120F8C9E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207C-5257-CF87-E270-880DBE41C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CB1FB-4CB3-9418-59F9-B122DBB60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DFE47-1661-111A-AD57-B82AA84C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C737A-D37E-07B7-A6D4-9F50E091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E8056-9992-D01B-49F5-25007F3E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3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39E3-796C-F487-1A61-E8849DA0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1FDA-C6E8-0AEF-6C64-4424C2484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ABEE6-BB19-C755-2C82-B48B5532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D7760-58BC-B751-A3D0-3E0464EE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D6A4C-DA59-77B8-7481-74B26F80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7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B54B-0685-1CA0-DBD7-78CA6A628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A2518-C8C8-E79C-950E-13AACB417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EA0E-58F6-DE4C-43EE-B25F6551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23094-26D5-D7F3-9199-507F4805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55099-7908-8886-036D-2F450715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064C-AB65-5680-088D-AFD33656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94634-35C1-D863-5F5F-4F8173837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75BCC-2EC3-8444-F0AF-BB429406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DE133-ADA6-F515-6CEE-1E2226A1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B41B7-D74D-8D49-F793-8EDB2EDC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ACFBE-DBBB-C19D-F776-6CC0B0B6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1433-AD6E-B988-3A12-E0E3DB4C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8527-EF95-C335-571D-D2BC7EF70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7EDA2-5672-A2CB-D305-067E85955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8844F-1EBF-08EA-B372-ED1359861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E9E07-75A2-E7A8-2A2A-060EAB1E6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41D7F-7A30-512F-13BF-C79B938EC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0056E-A41A-F83D-9D76-3A816A85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78A3F-E303-5C61-E644-306FD577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70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4F09-E7A7-F879-5CD4-B0DCD3CA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6CCE3-33AE-7518-FD8D-2A30622A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B1DD7-7F8D-45B4-8630-02E22F7E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1CD16-FD72-7916-8E9E-E1983E68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6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F23D7-619E-AE86-BB64-A54A017E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4F269-A0AB-C89F-1B61-B964E71B9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F2ABC-AA11-216C-7192-5A7A4D28E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1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A0A8-6870-B415-2AC7-F6CE8AAF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73ADF-B6B9-AB8C-03C6-1B3ADDE64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6C0BA-5AEC-6213-09AB-EA0329EB4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5336-01C5-4DBC-CF4A-9AADC8B48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9FD3B-1B66-4E2D-A0DE-9568B120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60BB2-1D45-1FC8-446A-74DD38A8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2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83F9-76C3-3749-770B-2968D102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7AD0C-7FAF-E1B9-A78D-019DC2585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A2F44-30FE-C32B-219B-FC6A8AAB7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164D7-EE91-60BA-49FF-7B4E2CC2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CC096-8642-B7FF-6E78-94A05C12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BE2BB-254B-5FD1-A91F-AB50F518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57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8310-7912-3C0A-67D7-343A640E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761B7-7770-6FDE-023B-E34FEA306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14A1D-1FDA-196B-1BAC-DBE30C0B3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2A4E9-0863-7F2F-3A07-7D23774C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CCDDD-3BD3-C71A-A573-EB51850B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6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04351-2428-3DE0-A45D-D6858D37E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8113C-84B3-AF6F-256B-4F54D29ED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074A8-CCCE-9C7B-CB6D-7BE440CF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58DA3-94E1-692C-BF40-D864C9A4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F883F-99ED-AA5A-4B9A-2204F59B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1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45368-7599-D66D-FCE9-876A29AC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859A2-0EE0-A273-6E93-7B8D83B4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A1FA-EE31-2755-8539-C014946FF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DC8B9-F0BD-754E-A3B9-C685C187D1ED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D3AE6-F1FF-5B9A-E474-CE893D4BD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F6B9-F985-66CA-CC7C-75CA2166B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A460D-3DF4-C345-A859-784653869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303D5C7-D8A8-07B5-6B87-948178A0A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6585221"/>
              </p:ext>
            </p:extLst>
          </p:nvPr>
        </p:nvGraphicFramePr>
        <p:xfrm>
          <a:off x="2779751" y="1703555"/>
          <a:ext cx="6632498" cy="3450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49196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 Prateek</dc:creator>
  <cp:lastModifiedBy>Jain Prateek</cp:lastModifiedBy>
  <cp:revision>1</cp:revision>
  <dcterms:created xsi:type="dcterms:W3CDTF">2026-01-20T05:55:01Z</dcterms:created>
  <dcterms:modified xsi:type="dcterms:W3CDTF">2026-01-20T07:22:19Z</dcterms:modified>
</cp:coreProperties>
</file>