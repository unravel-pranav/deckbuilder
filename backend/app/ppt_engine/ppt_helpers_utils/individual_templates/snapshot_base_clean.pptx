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1"/>
  </p:notesMasterIdLst>
  <p:handoutMasterIdLst>
    <p:handoutMasterId r:id="rId22"/>
  </p:handoutMasterIdLst>
  <p:sldSz cx="7772400" cy="100584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6327" autoAdjust="0"/>
  </p:normalViewPr>
  <p:slideViewPr>
    <p:cSldViewPr showGuides="1">
      <p:cViewPr varScale="1">
        <p:scale>
          <a:sx n="82" d="100"/>
          <a:sy n="82" d="100"/>
        </p:scale>
        <p:origin x="2856" y="192"/>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101" d="100"/>
          <a:sy n="101" d="100"/>
        </p:scale>
        <p:origin x="328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presProps" Target="presProps.xml"/><Relationship Id="rId10" Type="http://schemas.openxmlformats.org/officeDocument/2006/relationships/customXml" Target="../customXml/item10.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ming, Chris @ CBRE Research" userId="41be4c9d-571a-4efe-84e0-d63b4221eede" providerId="ADAL" clId="{740802C5-7380-4965-B1F1-61AF3D2270BA}"/>
    <pc:docChg chg="custSel modSld">
      <pc:chgData name="Hemming, Chris @ CBRE Research" userId="41be4c9d-571a-4efe-84e0-d63b4221eede" providerId="ADAL" clId="{740802C5-7380-4965-B1F1-61AF3D2270BA}" dt="2024-11-12T14:57:40.899" v="237" actId="113"/>
      <pc:docMkLst>
        <pc:docMk/>
      </pc:docMkLst>
      <pc:sldChg chg="modSp mod">
        <pc:chgData name="Hemming, Chris @ CBRE Research" userId="41be4c9d-571a-4efe-84e0-d63b4221eede" providerId="ADAL" clId="{740802C5-7380-4965-B1F1-61AF3D2270BA}" dt="2024-11-12T14:55:35.367" v="235"/>
        <pc:sldMkLst>
          <pc:docMk/>
          <pc:sldMk cId="167935546" sldId="2076137650"/>
        </pc:sldMkLst>
      </pc:sldChg>
      <pc:sldChg chg="modSp mod">
        <pc:chgData name="Hemming, Chris @ CBRE Research" userId="41be4c9d-571a-4efe-84e0-d63b4221eede" providerId="ADAL" clId="{740802C5-7380-4965-B1F1-61AF3D2270BA}" dt="2024-10-29T14:06:14.524" v="39" actId="15"/>
        <pc:sldMkLst>
          <pc:docMk/>
          <pc:sldMk cId="2896402138" sldId="2076137654"/>
        </pc:sldMkLst>
      </pc:sldChg>
      <pc:sldChg chg="modSp mod">
        <pc:chgData name="Hemming, Chris @ CBRE Research" userId="41be4c9d-571a-4efe-84e0-d63b4221eede" providerId="ADAL" clId="{740802C5-7380-4965-B1F1-61AF3D2270BA}" dt="2024-11-12T14:42:47.722" v="112" actId="20577"/>
        <pc:sldMkLst>
          <pc:docMk/>
          <pc:sldMk cId="3580095625" sldId="2076137655"/>
        </pc:sldMkLst>
      </pc:sldChg>
      <pc:sldChg chg="addSp delSp modSp mod">
        <pc:chgData name="Hemming, Chris @ CBRE Research" userId="41be4c9d-571a-4efe-84e0-d63b4221eede" providerId="ADAL" clId="{740802C5-7380-4965-B1F1-61AF3D2270BA}" dt="2024-11-01T17:07:00.102" v="105" actId="962"/>
        <pc:sldMkLst>
          <pc:docMk/>
          <pc:sldMk cId="3681101468" sldId="2076137662"/>
        </pc:sldMkLst>
      </pc:sldChg>
      <pc:sldChg chg="modSp mod">
        <pc:chgData name="Hemming, Chris @ CBRE Research" userId="41be4c9d-571a-4efe-84e0-d63b4221eede" providerId="ADAL" clId="{740802C5-7380-4965-B1F1-61AF3D2270BA}" dt="2024-11-12T14:57:40.899" v="237" actId="113"/>
        <pc:sldMkLst>
          <pc:docMk/>
          <pc:sldMk cId="4113535129" sldId="2076137666"/>
        </pc:sldMkLst>
      </pc:sldChg>
    </pc:docChg>
  </pc:docChgLst>
  <pc:docChgLst>
    <pc:chgData name="Hemming, Chris @ CBRE Research" userId="41be4c9d-571a-4efe-84e0-d63b4221eede" providerId="ADAL" clId="{7AE9C633-8C14-4147-9363-6F8018EB64EC}"/>
    <pc:docChg chg="undo custSel modSld modMainMaster">
      <pc:chgData name="Hemming, Chris @ CBRE Research" userId="41be4c9d-571a-4efe-84e0-d63b4221eede" providerId="ADAL" clId="{7AE9C633-8C14-4147-9363-6F8018EB64EC}" dt="2024-10-25T14:50:11.981" v="327" actId="2711"/>
      <pc:docMkLst>
        <pc:docMk/>
      </pc:docMkLst>
      <pc:sldChg chg="addSp modSp mod">
        <pc:chgData name="Hemming, Chris @ CBRE Research" userId="41be4c9d-571a-4efe-84e0-d63b4221eede" providerId="ADAL" clId="{7AE9C633-8C14-4147-9363-6F8018EB64EC}" dt="2024-10-24T23:32:58.236" v="325" actId="962"/>
        <pc:sldMkLst>
          <pc:docMk/>
          <pc:sldMk cId="3300803627" sldId="2076137648"/>
        </pc:sldMkLst>
      </pc:sldChg>
      <pc:sldChg chg="modSp">
        <pc:chgData name="Hemming, Chris @ CBRE Research" userId="41be4c9d-571a-4efe-84e0-d63b4221eede" providerId="ADAL" clId="{7AE9C633-8C14-4147-9363-6F8018EB64EC}" dt="2024-10-17T15:36:42.173" v="285" actId="962"/>
        <pc:sldMkLst>
          <pc:docMk/>
          <pc:sldMk cId="167935546" sldId="2076137650"/>
        </pc:sldMkLst>
      </pc:sldChg>
      <pc:sldChg chg="addSp modSp mod">
        <pc:chgData name="Hemming, Chris @ CBRE Research" userId="41be4c9d-571a-4efe-84e0-d63b4221eede" providerId="ADAL" clId="{7AE9C633-8C14-4147-9363-6F8018EB64EC}" dt="2024-10-25T14:50:11.981" v="327" actId="2711"/>
        <pc:sldMkLst>
          <pc:docMk/>
          <pc:sldMk cId="2896402138" sldId="2076137654"/>
        </pc:sldMkLst>
      </pc:sldChg>
      <pc:sldChg chg="addSp delSp modSp mod">
        <pc:chgData name="Hemming, Chris @ CBRE Research" userId="41be4c9d-571a-4efe-84e0-d63b4221eede" providerId="ADAL" clId="{7AE9C633-8C14-4147-9363-6F8018EB64EC}" dt="2024-10-17T16:02:03.435" v="322" actId="20577"/>
        <pc:sldMkLst>
          <pc:docMk/>
          <pc:sldMk cId="3580095625" sldId="2076137655"/>
        </pc:sldMkLst>
      </pc:sldChg>
      <pc:sldChg chg="addSp modSp mod">
        <pc:chgData name="Hemming, Chris @ CBRE Research" userId="41be4c9d-571a-4efe-84e0-d63b4221eede" providerId="ADAL" clId="{7AE9C633-8C14-4147-9363-6F8018EB64EC}" dt="2024-10-17T15:33:22.002" v="262" actId="962"/>
        <pc:sldMkLst>
          <pc:docMk/>
          <pc:sldMk cId="768152085" sldId="2076137665"/>
        </pc:sldMkLst>
      </pc:sldChg>
      <pc:sldChg chg="modSp">
        <pc:chgData name="Hemming, Chris @ CBRE Research" userId="41be4c9d-571a-4efe-84e0-d63b4221eede" providerId="ADAL" clId="{7AE9C633-8C14-4147-9363-6F8018EB64EC}" dt="2024-10-17T15:37:02.086" v="287" actId="962"/>
        <pc:sldMkLst>
          <pc:docMk/>
          <pc:sldMk cId="4113535129" sldId="2076137666"/>
        </pc:sldMkLst>
      </pc:sldChg>
      <pc:sldMasterChg chg="modSp">
        <pc:chgData name="Hemming, Chris @ CBRE Research" userId="41be4c9d-571a-4efe-84e0-d63b4221eede" providerId="ADAL" clId="{7AE9C633-8C14-4147-9363-6F8018EB64EC}" dt="2024-10-21T20:12:36.604" v="324" actId="962"/>
        <pc:sldMasterMkLst>
          <pc:docMk/>
          <pc:sldMasterMk cId="201101775" sldId="2147484491"/>
        </pc:sldMasterMkLst>
      </pc:sldMasterChg>
    </pc:docChg>
  </pc:docChgLst>
  <pc:docChgLst>
    <pc:chgData name="Askew, Dan @ CBRE Research" userId="34d7f703-648d-4de7-abba-b0fb10b2b09f" providerId="ADAL" clId="{5F078461-F61E-4C0A-8EBE-277B8A89E046}"/>
    <pc:docChg chg="modSld">
      <pc:chgData name="Askew, Dan @ CBRE Research" userId="34d7f703-648d-4de7-abba-b0fb10b2b09f" providerId="ADAL" clId="{5F078461-F61E-4C0A-8EBE-277B8A89E046}" dt="2025-06-24T16:22:48.895" v="5" actId="1076"/>
      <pc:docMkLst>
        <pc:docMk/>
      </pc:docMkLst>
      <pc:sldChg chg="modSp mod">
        <pc:chgData name="Askew, Dan @ CBRE Research" userId="34d7f703-648d-4de7-abba-b0fb10b2b09f" providerId="ADAL" clId="{5F078461-F61E-4C0A-8EBE-277B8A89E046}" dt="2025-06-24T16:22:48.895" v="5" actId="1076"/>
        <pc:sldMkLst>
          <pc:docMk/>
          <pc:sldMk cId="768152085" sldId="2076137665"/>
        </pc:sldMkLst>
        <pc:spChg chg="mod">
          <ac:chgData name="Askew, Dan @ CBRE Research" userId="34d7f703-648d-4de7-abba-b0fb10b2b09f" providerId="ADAL" clId="{5F078461-F61E-4C0A-8EBE-277B8A89E046}" dt="2025-06-24T16:22:48.895" v="5" actId="1076"/>
          <ac:spMkLst>
            <pc:docMk/>
            <pc:sldMk cId="768152085" sldId="2076137665"/>
            <ac:spMk id="4" creationId="{BB9DC703-A368-4A34-C09A-6FD1E0F84F16}"/>
          </ac:spMkLst>
        </pc:spChg>
        <pc:spChg chg="mod">
          <ac:chgData name="Askew, Dan @ CBRE Research" userId="34d7f703-648d-4de7-abba-b0fb10b2b09f" providerId="ADAL" clId="{5F078461-F61E-4C0A-8EBE-277B8A89E046}" dt="2025-06-24T16:22:42.078" v="4" actId="1076"/>
          <ac:spMkLst>
            <pc:docMk/>
            <pc:sldMk cId="768152085" sldId="2076137665"/>
            <ac:spMk id="8" creationId="{7A90F586-A5C2-454D-0729-E8B536723FFC}"/>
          </ac:spMkLst>
        </pc:spChg>
        <pc:spChg chg="mod">
          <ac:chgData name="Askew, Dan @ CBRE Research" userId="34d7f703-648d-4de7-abba-b0fb10b2b09f" providerId="ADAL" clId="{5F078461-F61E-4C0A-8EBE-277B8A89E046}" dt="2025-06-24T16:22:01.167" v="3" actId="179"/>
          <ac:spMkLst>
            <pc:docMk/>
            <pc:sldMk cId="768152085" sldId="2076137665"/>
            <ac:spMk id="11" creationId="{8FFEFE25-1167-4C8B-991D-D4B800FC5B6C}"/>
          </ac:spMkLst>
        </pc:spChg>
      </pc:sldChg>
    </pc:docChg>
  </pc:docChgLst>
  <pc:docChgLst>
    <pc:chgData name="Askew, Dan @ CBRE Research" userId="34d7f703-648d-4de7-abba-b0fb10b2b09f" providerId="ADAL" clId="{C06DD342-B54A-43E3-97BF-955055CF6DB0}"/>
    <pc:docChg chg="custSel modSld">
      <pc:chgData name="Askew, Dan @ CBRE Research" userId="34d7f703-648d-4de7-abba-b0fb10b2b09f" providerId="ADAL" clId="{C06DD342-B54A-43E3-97BF-955055CF6DB0}" dt="2024-12-13T17:28:08.218" v="147" actId="14100"/>
      <pc:docMkLst>
        <pc:docMk/>
      </pc:docMkLst>
      <pc:sldChg chg="modSp mod">
        <pc:chgData name="Askew, Dan @ CBRE Research" userId="34d7f703-648d-4de7-abba-b0fb10b2b09f" providerId="ADAL" clId="{C06DD342-B54A-43E3-97BF-955055CF6DB0}" dt="2024-12-13T17:28:08.218" v="147" actId="14100"/>
        <pc:sldMkLst>
          <pc:docMk/>
          <pc:sldMk cId="3681101468" sldId="2076137662"/>
        </pc:sldMkLst>
      </pc:sldChg>
    </pc:docChg>
  </pc:docChgLst>
  <pc:docChgLst>
    <pc:chgData name="Hemming, Chris @ CBRE Research" userId="41be4c9d-571a-4efe-84e0-d63b4221eede" providerId="ADAL" clId="{EB450024-E6F4-4B5F-B49F-4191FE1C6405}"/>
    <pc:docChg chg="modSld modMainMaster">
      <pc:chgData name="Hemming, Chris @ CBRE Research" userId="41be4c9d-571a-4efe-84e0-d63b4221eede" providerId="ADAL" clId="{EB450024-E6F4-4B5F-B49F-4191FE1C6405}" dt="2025-03-31T18:19:33.329" v="2" actId="207"/>
      <pc:docMkLst>
        <pc:docMk/>
      </pc:docMkLst>
      <pc:sldChg chg="addSp modSp">
        <pc:chgData name="Hemming, Chris @ CBRE Research" userId="41be4c9d-571a-4efe-84e0-d63b4221eede" providerId="ADAL" clId="{EB450024-E6F4-4B5F-B49F-4191FE1C6405}" dt="2025-03-31T18:19:24.364" v="1"/>
        <pc:sldMkLst>
          <pc:docMk/>
          <pc:sldMk cId="3681101468" sldId="2076137662"/>
        </pc:sldMkLst>
        <pc:spChg chg="add mod">
          <ac:chgData name="Hemming, Chris @ CBRE Research" userId="41be4c9d-571a-4efe-84e0-d63b4221eede" providerId="ADAL" clId="{EB450024-E6F4-4B5F-B49F-4191FE1C6405}" dt="2025-03-31T18:19:24.364" v="1"/>
          <ac:spMkLst>
            <pc:docMk/>
            <pc:sldMk cId="3681101468" sldId="2076137662"/>
            <ac:spMk id="2" creationId="{84995BF5-1748-874A-22B0-0EAD4E0B4F15}"/>
          </ac:spMkLst>
        </pc:spChg>
      </pc:sldChg>
      <pc:sldMasterChg chg="modSldLayout">
        <pc:chgData name="Hemming, Chris @ CBRE Research" userId="41be4c9d-571a-4efe-84e0-d63b4221eede" providerId="ADAL" clId="{EB450024-E6F4-4B5F-B49F-4191FE1C6405}" dt="2025-03-31T18:19:33.329" v="2" actId="207"/>
        <pc:sldMasterMkLst>
          <pc:docMk/>
          <pc:sldMasterMk cId="201101775" sldId="2147484491"/>
        </pc:sldMasterMkLst>
        <pc:sldLayoutChg chg="modSp mod">
          <pc:chgData name="Hemming, Chris @ CBRE Research" userId="41be4c9d-571a-4efe-84e0-d63b4221eede" providerId="ADAL" clId="{EB450024-E6F4-4B5F-B49F-4191FE1C6405}" dt="2025-03-31T18:19:33.329" v="2" actId="207"/>
          <pc:sldLayoutMkLst>
            <pc:docMk/>
            <pc:sldMasterMk cId="201101775" sldId="2147484491"/>
            <pc:sldLayoutMk cId="557618379" sldId="2147484578"/>
          </pc:sldLayoutMkLst>
          <pc:spChg chg="mod">
            <ac:chgData name="Hemming, Chris @ CBRE Research" userId="41be4c9d-571a-4efe-84e0-d63b4221eede" providerId="ADAL" clId="{EB450024-E6F4-4B5F-B49F-4191FE1C6405}" dt="2025-03-31T18:19:33.329" v="2" actId="207"/>
            <ac:spMkLst>
              <pc:docMk/>
              <pc:sldMasterMk cId="201101775" sldId="2147484491"/>
              <pc:sldLayoutMk cId="557618379" sldId="2147484578"/>
              <ac:spMk id="26" creationId="{F56DEEE1-982D-0D4B-AF8C-986AE25CF035}"/>
            </ac:spMkLst>
          </pc:spChg>
        </pc:sldLayoutChg>
      </pc:sldMasterChg>
    </pc:docChg>
  </pc:docChgLst>
  <pc:docChgLst>
    <pc:chgData name="Askew, Dan @ CBRE Research" userId="34d7f703-648d-4de7-abba-b0fb10b2b09f" providerId="ADAL" clId="{984BA562-CB4F-41A5-897C-E652EF909218}"/>
    <pc:docChg chg="undo custSel addSld modSld modMainMaster">
      <pc:chgData name="Askew, Dan @ CBRE Research" userId="34d7f703-648d-4de7-abba-b0fb10b2b09f" providerId="ADAL" clId="{984BA562-CB4F-41A5-897C-E652EF909218}" dt="2024-10-08T17:45:50.420" v="1499" actId="20577"/>
      <pc:docMkLst>
        <pc:docMk/>
      </pc:docMkLst>
      <pc:sldChg chg="addSp delSp modSp mod">
        <pc:chgData name="Askew, Dan @ CBRE Research" userId="34d7f703-648d-4de7-abba-b0fb10b2b09f" providerId="ADAL" clId="{984BA562-CB4F-41A5-897C-E652EF909218}" dt="2024-10-08T17:41:27.309" v="1489" actId="255"/>
        <pc:sldMkLst>
          <pc:docMk/>
          <pc:sldMk cId="3300803627" sldId="2076137648"/>
        </pc:sldMkLst>
      </pc:sldChg>
      <pc:sldChg chg="addSp delSp modSp mod">
        <pc:chgData name="Askew, Dan @ CBRE Research" userId="34d7f703-648d-4de7-abba-b0fb10b2b09f" providerId="ADAL" clId="{984BA562-CB4F-41A5-897C-E652EF909218}" dt="2024-10-08T17:39:10.199" v="1410" actId="20577"/>
        <pc:sldMkLst>
          <pc:docMk/>
          <pc:sldMk cId="167935546" sldId="2076137650"/>
        </pc:sldMkLst>
      </pc:sldChg>
      <pc:sldChg chg="addSp delSp modSp mod">
        <pc:chgData name="Askew, Dan @ CBRE Research" userId="34d7f703-648d-4de7-abba-b0fb10b2b09f" providerId="ADAL" clId="{984BA562-CB4F-41A5-897C-E652EF909218}" dt="2024-10-08T16:42:35.830" v="643" actId="20577"/>
        <pc:sldMkLst>
          <pc:docMk/>
          <pc:sldMk cId="2896402138" sldId="2076137654"/>
        </pc:sldMkLst>
      </pc:sldChg>
      <pc:sldChg chg="addSp delSp modSp mod">
        <pc:chgData name="Askew, Dan @ CBRE Research" userId="34d7f703-648d-4de7-abba-b0fb10b2b09f" providerId="ADAL" clId="{984BA562-CB4F-41A5-897C-E652EF909218}" dt="2024-10-08T17:45:20.994" v="1493" actId="20577"/>
        <pc:sldMkLst>
          <pc:docMk/>
          <pc:sldMk cId="3580095625" sldId="2076137655"/>
        </pc:sldMkLst>
      </pc:sldChg>
      <pc:sldChg chg="addSp delSp modSp mod">
        <pc:chgData name="Askew, Dan @ CBRE Research" userId="34d7f703-648d-4de7-abba-b0fb10b2b09f" providerId="ADAL" clId="{984BA562-CB4F-41A5-897C-E652EF909218}" dt="2024-10-08T16:51:46.591" v="813" actId="20577"/>
        <pc:sldMkLst>
          <pc:docMk/>
          <pc:sldMk cId="768152085" sldId="2076137665"/>
        </pc:sldMkLst>
      </pc:sldChg>
      <pc:sldChg chg="delSp modSp add mod">
        <pc:chgData name="Askew, Dan @ CBRE Research" userId="34d7f703-648d-4de7-abba-b0fb10b2b09f" providerId="ADAL" clId="{984BA562-CB4F-41A5-897C-E652EF909218}" dt="2024-10-08T17:39:16.692" v="1423" actId="20577"/>
        <pc:sldMkLst>
          <pc:docMk/>
          <pc:sldMk cId="4113535129" sldId="2076137666"/>
        </pc:sldMkLst>
      </pc:sldChg>
      <pc:sldMasterChg chg="modSp mod">
        <pc:chgData name="Askew, Dan @ CBRE Research" userId="34d7f703-648d-4de7-abba-b0fb10b2b09f" providerId="ADAL" clId="{984BA562-CB4F-41A5-897C-E652EF909218}" dt="2024-10-08T17:45:50.420" v="1499" actId="20577"/>
        <pc:sldMasterMkLst>
          <pc:docMk/>
          <pc:sldMasterMk cId="201101775" sldId="2147484491"/>
        </pc:sldMasterMkLst>
      </pc:sldMasterChg>
    </pc:docChg>
  </pc:docChgLst>
  <pc:docChgLst>
    <pc:chgData name="Askew, Dan @ CBRE Research" userId="34d7f703-648d-4de7-abba-b0fb10b2b09f" providerId="ADAL" clId="{3BBFA970-DA22-4CCC-9C10-052757A6F727}"/>
    <pc:docChg chg="undo redo custSel modSld modMainMaster">
      <pc:chgData name="Askew, Dan @ CBRE Research" userId="34d7f703-648d-4de7-abba-b0fb10b2b09f" providerId="ADAL" clId="{3BBFA970-DA22-4CCC-9C10-052757A6F727}" dt="2024-10-08T21:59:32.926" v="746" actId="20577"/>
      <pc:docMkLst>
        <pc:docMk/>
      </pc:docMkLst>
      <pc:sldChg chg="delSp modSp mod">
        <pc:chgData name="Askew, Dan @ CBRE Research" userId="34d7f703-648d-4de7-abba-b0fb10b2b09f" providerId="ADAL" clId="{3BBFA970-DA22-4CCC-9C10-052757A6F727}" dt="2024-10-08T21:59:32.926" v="746" actId="20577"/>
        <pc:sldMkLst>
          <pc:docMk/>
          <pc:sldMk cId="3300803627" sldId="2076137648"/>
        </pc:sldMkLst>
      </pc:sldChg>
      <pc:sldChg chg="addSp delSp modSp mod">
        <pc:chgData name="Askew, Dan @ CBRE Research" userId="34d7f703-648d-4de7-abba-b0fb10b2b09f" providerId="ADAL" clId="{3BBFA970-DA22-4CCC-9C10-052757A6F727}" dt="2024-10-08T20:41:39.642" v="720"/>
        <pc:sldMkLst>
          <pc:docMk/>
          <pc:sldMk cId="167935546" sldId="2076137650"/>
        </pc:sldMkLst>
      </pc:sldChg>
      <pc:sldChg chg="addSp delSp modSp mod">
        <pc:chgData name="Askew, Dan @ CBRE Research" userId="34d7f703-648d-4de7-abba-b0fb10b2b09f" providerId="ADAL" clId="{3BBFA970-DA22-4CCC-9C10-052757A6F727}" dt="2024-10-08T21:59:15.118" v="736" actId="20577"/>
        <pc:sldMkLst>
          <pc:docMk/>
          <pc:sldMk cId="2896402138" sldId="2076137654"/>
        </pc:sldMkLst>
      </pc:sldChg>
      <pc:sldChg chg="modSp mod">
        <pc:chgData name="Askew, Dan @ CBRE Research" userId="34d7f703-648d-4de7-abba-b0fb10b2b09f" providerId="ADAL" clId="{3BBFA970-DA22-4CCC-9C10-052757A6F727}" dt="2024-10-08T21:59:06.409" v="732" actId="20577"/>
        <pc:sldMkLst>
          <pc:docMk/>
          <pc:sldMk cId="3580095625" sldId="2076137655"/>
        </pc:sldMkLst>
      </pc:sldChg>
      <pc:sldChg chg="modSp mod">
        <pc:chgData name="Askew, Dan @ CBRE Research" userId="34d7f703-648d-4de7-abba-b0fb10b2b09f" providerId="ADAL" clId="{3BBFA970-DA22-4CCC-9C10-052757A6F727}" dt="2024-10-08T21:59:23.558" v="740" actId="20577"/>
        <pc:sldMkLst>
          <pc:docMk/>
          <pc:sldMk cId="768152085" sldId="2076137665"/>
        </pc:sldMkLst>
      </pc:sldChg>
      <pc:sldChg chg="modSp mod">
        <pc:chgData name="Askew, Dan @ CBRE Research" userId="34d7f703-648d-4de7-abba-b0fb10b2b09f" providerId="ADAL" clId="{3BBFA970-DA22-4CCC-9C10-052757A6F727}" dt="2024-10-08T20:42:29.962" v="725" actId="20577"/>
        <pc:sldMkLst>
          <pc:docMk/>
          <pc:sldMk cId="4113535129" sldId="2076137666"/>
        </pc:sldMkLst>
      </pc:sldChg>
      <pc:sldMasterChg chg="modSldLayout">
        <pc:chgData name="Askew, Dan @ CBRE Research" userId="34d7f703-648d-4de7-abba-b0fb10b2b09f" providerId="ADAL" clId="{3BBFA970-DA22-4CCC-9C10-052757A6F727}" dt="2024-10-08T21:50:18.644" v="730"/>
        <pc:sldMasterMkLst>
          <pc:docMk/>
          <pc:sldMasterMk cId="201101775" sldId="2147484491"/>
        </pc:sldMasterMkLst>
        <pc:sldLayoutChg chg="modSp mod">
          <pc:chgData name="Askew, Dan @ CBRE Research" userId="34d7f703-648d-4de7-abba-b0fb10b2b09f" providerId="ADAL" clId="{3BBFA970-DA22-4CCC-9C10-052757A6F727}" dt="2024-10-08T21:50:11.922" v="728" actId="14100"/>
          <pc:sldLayoutMkLst>
            <pc:docMk/>
            <pc:sldMasterMk cId="201101775" sldId="2147484491"/>
            <pc:sldLayoutMk cId="3192801712" sldId="2147484576"/>
          </pc:sldLayoutMkLst>
        </pc:sldLayoutChg>
        <pc:sldLayoutChg chg="modSp mod">
          <pc:chgData name="Askew, Dan @ CBRE Research" userId="34d7f703-648d-4de7-abba-b0fb10b2b09f" providerId="ADAL" clId="{3BBFA970-DA22-4CCC-9C10-052757A6F727}" dt="2024-10-08T21:50:18.644" v="730"/>
          <pc:sldLayoutMkLst>
            <pc:docMk/>
            <pc:sldMasterMk cId="201101775" sldId="2147484491"/>
            <pc:sldLayoutMk cId="3248283139" sldId="2147484577"/>
          </pc:sldLayoutMkLst>
        </pc:sldLayoutChg>
        <pc:sldLayoutChg chg="modSp mod">
          <pc:chgData name="Askew, Dan @ CBRE Research" userId="34d7f703-648d-4de7-abba-b0fb10b2b09f" providerId="ADAL" clId="{3BBFA970-DA22-4CCC-9C10-052757A6F727}" dt="2024-10-08T21:50:16.209" v="729"/>
          <pc:sldLayoutMkLst>
            <pc:docMk/>
            <pc:sldMasterMk cId="201101775" sldId="2147484491"/>
            <pc:sldLayoutMk cId="557618379" sldId="2147484578"/>
          </pc:sldLayoutMkLst>
        </pc:sldLayoutChg>
      </pc:sldMasterChg>
    </pc:docChg>
  </pc:docChgLst>
  <pc:docChgLst>
    <pc:chgData name="Askew, Dan @ CBRE Research" userId="34d7f703-648d-4de7-abba-b0fb10b2b09f" providerId="ADAL" clId="{262E3BF5-0AA3-479E-8EA5-57C4ED645AC8}"/>
    <pc:docChg chg="custSel addSld modSld">
      <pc:chgData name="Askew, Dan @ CBRE Research" userId="34d7f703-648d-4de7-abba-b0fb10b2b09f" providerId="ADAL" clId="{262E3BF5-0AA3-479E-8EA5-57C4ED645AC8}" dt="2025-03-25T16:24:45.723" v="244" actId="27918"/>
      <pc:docMkLst>
        <pc:docMk/>
      </pc:docMkLst>
      <pc:sldChg chg="modSp">
        <pc:chgData name="Askew, Dan @ CBRE Research" userId="34d7f703-648d-4de7-abba-b0fb10b2b09f" providerId="ADAL" clId="{262E3BF5-0AA3-479E-8EA5-57C4ED645AC8}" dt="2025-03-24T16:22:14.409" v="240" actId="20577"/>
        <pc:sldMkLst>
          <pc:docMk/>
          <pc:sldMk cId="3300803627" sldId="2076137648"/>
        </pc:sldMkLst>
      </pc:sldChg>
      <pc:sldChg chg="modSp mod">
        <pc:chgData name="Askew, Dan @ CBRE Research" userId="34d7f703-648d-4de7-abba-b0fb10b2b09f" providerId="ADAL" clId="{262E3BF5-0AA3-479E-8EA5-57C4ED645AC8}" dt="2025-03-25T16:24:45.723" v="244" actId="27918"/>
        <pc:sldMkLst>
          <pc:docMk/>
          <pc:sldMk cId="2896402138" sldId="2076137654"/>
        </pc:sldMkLst>
      </pc:sldChg>
      <pc:sldChg chg="modSp">
        <pc:chgData name="Askew, Dan @ CBRE Research" userId="34d7f703-648d-4de7-abba-b0fb10b2b09f" providerId="ADAL" clId="{262E3BF5-0AA3-479E-8EA5-57C4ED645AC8}" dt="2025-03-24T16:21:15.843" v="230" actId="6549"/>
        <pc:sldMkLst>
          <pc:docMk/>
          <pc:sldMk cId="3580095625" sldId="2076137655"/>
        </pc:sldMkLst>
      </pc:sldChg>
      <pc:sldChg chg="modSp">
        <pc:chgData name="Askew, Dan @ CBRE Research" userId="34d7f703-648d-4de7-abba-b0fb10b2b09f" providerId="ADAL" clId="{262E3BF5-0AA3-479E-8EA5-57C4ED645AC8}" dt="2025-03-24T16:21:32.702" v="232" actId="6549"/>
        <pc:sldMkLst>
          <pc:docMk/>
          <pc:sldMk cId="768152085" sldId="2076137665"/>
        </pc:sldMkLst>
      </pc:sldChg>
      <pc:sldChg chg="addSp delSp modSp new mod">
        <pc:chgData name="Askew, Dan @ CBRE Research" userId="34d7f703-648d-4de7-abba-b0fb10b2b09f" providerId="ADAL" clId="{262E3BF5-0AA3-479E-8EA5-57C4ED645AC8}" dt="2025-03-17T19:51:30.534" v="182" actId="1076"/>
        <pc:sldMkLst>
          <pc:docMk/>
          <pc:sldMk cId="152871194" sldId="20761376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20/01/2026</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20/01/2026</a:t>
            </a:fld>
            <a:endParaRPr lang="en-GB"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1" y="0"/>
            <a:ext cx="7772399" cy="935990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sz="3227"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1173"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489661" y="5029199"/>
            <a:ext cx="3206115" cy="4184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4046777" y="5029197"/>
            <a:ext cx="3480712" cy="4184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489661" y="563271"/>
            <a:ext cx="5930665" cy="2691553"/>
          </a:xfrm>
        </p:spPr>
        <p:txBody>
          <a:bodyPr anchor="b" anchorCtr="0"/>
          <a:lstStyle>
            <a:lvl1pPr>
              <a:spcBef>
                <a:spcPts val="0"/>
              </a:spcBef>
              <a:spcAft>
                <a:spcPts val="880"/>
              </a:spcAft>
              <a:defRPr sz="1760" cap="all" baseline="0">
                <a:latin typeface="+mn-lt"/>
              </a:defRPr>
            </a:lvl1pPr>
            <a:lvl2pPr>
              <a:lnSpc>
                <a:spcPct val="90000"/>
              </a:lnSpc>
              <a:spcBef>
                <a:spcPts val="0"/>
              </a:spcBef>
              <a:spcAft>
                <a:spcPts val="0"/>
              </a:spcAft>
              <a:defRPr sz="6453">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489661"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629565"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1675560"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1815463"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2861458"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3001362"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4047357"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4187260"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864276" y="5351190"/>
            <a:ext cx="106264" cy="244476"/>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sz="3227"/>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3227"/>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693242" y="5346532"/>
            <a:ext cx="106264" cy="246805"/>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sz="3227"/>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sz="3227"/>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527269" y="5346532"/>
            <a:ext cx="106264" cy="246805"/>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sz="3227"/>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3227"/>
            </a:p>
          </p:txBody>
        </p:sp>
      </p:gr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1" y="0"/>
            <a:ext cx="7772399" cy="935990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sz="3227"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1173"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489661" y="5034789"/>
            <a:ext cx="3206115" cy="4185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489661" y="561131"/>
            <a:ext cx="5930665" cy="2697373"/>
          </a:xfrm>
        </p:spPr>
        <p:txBody>
          <a:bodyPr anchor="b" anchorCtr="0"/>
          <a:lstStyle>
            <a:lvl1pPr>
              <a:spcBef>
                <a:spcPts val="0"/>
              </a:spcBef>
              <a:spcAft>
                <a:spcPts val="880"/>
              </a:spcAft>
              <a:defRPr sz="1760" cap="all" baseline="0">
                <a:latin typeface="+mn-lt"/>
              </a:defRPr>
            </a:lvl1pPr>
            <a:lvl2pPr>
              <a:lnSpc>
                <a:spcPct val="90000"/>
              </a:lnSpc>
              <a:spcBef>
                <a:spcPts val="0"/>
              </a:spcBef>
              <a:spcAft>
                <a:spcPts val="0"/>
              </a:spcAft>
              <a:defRPr sz="6453">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489661"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629565"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1675650"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1815554"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2861640"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3001543"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4047629" y="3795369"/>
            <a:ext cx="104927" cy="241402"/>
          </a:xfrm>
        </p:spPr>
        <p:txBody>
          <a:bodyPr anchor="ctr" anchorCtr="0"/>
          <a:lstStyle>
            <a:lvl1pPr algn="ctr">
              <a:lnSpc>
                <a:spcPct val="90000"/>
              </a:lnSpc>
              <a:spcBef>
                <a:spcPts val="0"/>
              </a:spcBef>
              <a:spcAft>
                <a:spcPts val="0"/>
              </a:spcAft>
              <a:defRPr sz="88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4187532" y="3513734"/>
            <a:ext cx="804443" cy="1126541"/>
          </a:xfrm>
        </p:spPr>
        <p:txBody>
          <a:bodyPr wrap="none" anchor="t" anchorCtr="0"/>
          <a:lstStyle>
            <a:lvl1pPr>
              <a:spcBef>
                <a:spcPts val="0"/>
              </a:spcBef>
              <a:spcAft>
                <a:spcPts val="0"/>
              </a:spcAft>
              <a:defRPr sz="4107">
                <a:solidFill>
                  <a:schemeClr val="accent6"/>
                </a:solidFill>
                <a:latin typeface="Calibre Light" panose="020B0303030202060203" pitchFamily="34" charset="0"/>
              </a:defRPr>
            </a:lvl1pPr>
            <a:lvl2pPr>
              <a:spcBef>
                <a:spcPts val="293"/>
              </a:spcBef>
              <a:spcAft>
                <a:spcPts val="0"/>
              </a:spcAft>
              <a:defRPr sz="1247">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4047113" y="5065523"/>
            <a:ext cx="3480092" cy="268224"/>
          </a:xfrm>
        </p:spPr>
        <p:txBody>
          <a:bodyPr anchor="t" anchorCtr="0"/>
          <a:lstStyle>
            <a:lvl1pPr>
              <a:defRPr sz="132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4047113" y="5446906"/>
            <a:ext cx="3480092" cy="3658956"/>
          </a:xfrm>
        </p:spPr>
        <p:txBody>
          <a:bodyPr anchor="ctr" anchorCtr="0"/>
          <a:lstStyle>
            <a:lvl1pPr marL="0" marR="0" indent="0" algn="ctr" defTabSz="1341150" eaLnBrk="1" fontAlgn="auto" latinLnBrk="0" hangingPunct="1">
              <a:lnSpc>
                <a:spcPct val="100000"/>
              </a:lnSpc>
              <a:spcBef>
                <a:spcPts val="2640"/>
              </a:spcBef>
              <a:spcAft>
                <a:spcPts val="0"/>
              </a:spcAft>
              <a:buClrTx/>
              <a:buSzTx/>
              <a:buFontTx/>
              <a:buNone/>
              <a:tabLst/>
              <a:defRPr/>
            </a:lvl1pPr>
          </a:lstStyle>
          <a:p>
            <a:pPr marL="0" marR="0" lvl="0" indent="0" defTabSz="1341150" eaLnBrk="1" fontAlgn="auto" latinLnBrk="0" hangingPunct="1">
              <a:lnSpc>
                <a:spcPct val="100000"/>
              </a:lnSpc>
              <a:spcBef>
                <a:spcPts val="264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4047113" y="9220198"/>
            <a:ext cx="3480092" cy="174346"/>
          </a:xfrm>
        </p:spPr>
        <p:txBody>
          <a:bodyPr anchor="b" anchorCtr="0"/>
          <a:lstStyle>
            <a:lvl1pPr>
              <a:defRPr sz="1173">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047114" y="1247241"/>
            <a:ext cx="3480092" cy="308458"/>
          </a:xfrm>
        </p:spPr>
        <p:txBody>
          <a:bodyPr anchor="t" anchorCtr="0"/>
          <a:lstStyle>
            <a:lvl1pPr>
              <a:defRPr sz="132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488810" y="1247242"/>
            <a:ext cx="3206115" cy="7965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047113" y="9058383"/>
            <a:ext cx="3480092" cy="309665"/>
          </a:xfrm>
          <a:noFill/>
        </p:spPr>
        <p:txBody>
          <a:bodyPr anchor="b" anchorCtr="0"/>
          <a:lstStyle>
            <a:lvl1pPr>
              <a:defRPr sz="1173">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047113" y="1555699"/>
            <a:ext cx="3480092" cy="7359490"/>
          </a:xfrm>
          <a:noFill/>
        </p:spPr>
        <p:txBody>
          <a:bodyPr rIns="0" anchor="ctr" anchorCtr="0"/>
          <a:lstStyle>
            <a:lvl1pPr algn="ctr">
              <a:defRPr sz="352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3101874" y="-1307639"/>
            <a:ext cx="352188" cy="800947"/>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7056" tIns="0" rIns="67056" bIns="0" rtlCol="0" anchor="ctr"/>
          <a:lstStyle/>
          <a:p>
            <a:pPr algn="ctr">
              <a:spcAft>
                <a:spcPts val="440"/>
              </a:spcAft>
            </a:pPr>
            <a:endParaRPr lang="en-US" sz="3227"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894080"/>
            <a:ext cx="7772400" cy="733146"/>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1277961" eaLnBrk="1" fontAlgn="auto" latinLnBrk="0" hangingPunct="1">
                <a:lnSpc>
                  <a:spcPct val="100000"/>
                </a:lnSpc>
                <a:spcBef>
                  <a:spcPts val="0"/>
                </a:spcBef>
                <a:spcAft>
                  <a:spcPts val="0"/>
                </a:spcAft>
                <a:buClrTx/>
                <a:buSzTx/>
                <a:buFontTx/>
                <a:buNone/>
                <a:tabLst/>
                <a:defRPr/>
              </a:pPr>
              <a:endParaRPr kumimoji="0" lang="en-US" sz="25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1277961" eaLnBrk="1" fontAlgn="auto" latinLnBrk="0" hangingPunct="1">
                <a:lnSpc>
                  <a:spcPct val="100000"/>
                </a:lnSpc>
                <a:spcBef>
                  <a:spcPts val="0"/>
                </a:spcBef>
                <a:spcAft>
                  <a:spcPts val="0"/>
                </a:spcAft>
                <a:buClrTx/>
                <a:buSzTx/>
                <a:buFontTx/>
                <a:buNone/>
                <a:tabLst/>
                <a:defRPr/>
              </a:pPr>
              <a:endParaRPr kumimoji="0" lang="en-US" sz="25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440"/>
                </a:spcAft>
              </a:pPr>
              <a:r>
                <a:rPr lang="en-US" sz="154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440"/>
                </a:spcAft>
              </a:pPr>
              <a:r>
                <a:rPr lang="en-US" sz="154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3100865" y="1247241"/>
            <a:ext cx="4427879" cy="308458"/>
          </a:xfrm>
        </p:spPr>
        <p:txBody>
          <a:bodyPr anchor="t" anchorCtr="0"/>
          <a:lstStyle>
            <a:lvl1pPr>
              <a:defRPr sz="1320">
                <a:latin typeface="+mn-lt"/>
              </a:defRPr>
            </a:lvl1pPr>
          </a:lstStyle>
          <a:p>
            <a:pPr marL="0" marR="0" lvl="0" indent="0" defTabSz="1341150" eaLnBrk="1" fontAlgn="auto" latinLnBrk="0" hangingPunct="1">
              <a:lnSpc>
                <a:spcPct val="100000"/>
              </a:lnSpc>
              <a:spcBef>
                <a:spcPts val="1760"/>
              </a:spcBef>
              <a:spcAft>
                <a:spcPts val="88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488812" y="1247242"/>
            <a:ext cx="2293263" cy="7965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3100865" y="9058383"/>
            <a:ext cx="4427879" cy="309665"/>
          </a:xfrm>
          <a:noFill/>
        </p:spPr>
        <p:txBody>
          <a:bodyPr anchor="b" anchorCtr="0"/>
          <a:lstStyle>
            <a:lvl1pPr>
              <a:defRPr sz="1173">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3100864" y="1555699"/>
            <a:ext cx="4427879" cy="7359490"/>
          </a:xfrm>
          <a:noFill/>
        </p:spPr>
        <p:txBody>
          <a:bodyPr rIns="0" anchor="ctr" anchorCtr="0"/>
          <a:lstStyle>
            <a:lvl1pPr algn="ctr">
              <a:defRPr sz="352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1953" userDrawn="1">
          <p15:clr>
            <a:srgbClr val="FBAE40"/>
          </p15:clr>
        </p15:guide>
        <p15:guide id="2" pos="217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4561225" y="-1307639"/>
            <a:ext cx="352188" cy="800947"/>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7056" tIns="0" rIns="67056" bIns="0" rtlCol="0" anchor="ctr"/>
          <a:lstStyle/>
          <a:p>
            <a:pPr algn="ctr">
              <a:spcAft>
                <a:spcPts val="440"/>
              </a:spcAft>
            </a:pPr>
            <a:endParaRPr lang="en-US" sz="3227"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894080"/>
            <a:ext cx="7772400" cy="733146"/>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1277961" eaLnBrk="1" fontAlgn="auto" latinLnBrk="0" hangingPunct="1">
                <a:lnSpc>
                  <a:spcPct val="100000"/>
                </a:lnSpc>
                <a:spcBef>
                  <a:spcPts val="0"/>
                </a:spcBef>
                <a:spcAft>
                  <a:spcPts val="0"/>
                </a:spcAft>
                <a:buClrTx/>
                <a:buSzTx/>
                <a:buFontTx/>
                <a:buNone/>
                <a:tabLst/>
                <a:defRPr/>
              </a:pPr>
              <a:endParaRPr kumimoji="0" lang="en-US" sz="25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1277961" eaLnBrk="1" fontAlgn="auto" latinLnBrk="0" hangingPunct="1">
                <a:lnSpc>
                  <a:spcPct val="100000"/>
                </a:lnSpc>
                <a:spcBef>
                  <a:spcPts val="0"/>
                </a:spcBef>
                <a:spcAft>
                  <a:spcPts val="0"/>
                </a:spcAft>
                <a:buClrTx/>
                <a:buSzTx/>
                <a:buFontTx/>
                <a:buNone/>
                <a:tabLst/>
                <a:defRPr/>
              </a:pPr>
              <a:endParaRPr kumimoji="0" lang="en-US" sz="25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440"/>
                </a:spcAft>
              </a:pPr>
              <a:r>
                <a:rPr lang="en-US" sz="154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440"/>
                </a:spcAft>
              </a:pPr>
              <a:r>
                <a:rPr lang="en-US" sz="154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913412" y="1247241"/>
            <a:ext cx="2615332" cy="308458"/>
          </a:xfrm>
        </p:spPr>
        <p:txBody>
          <a:bodyPr anchor="t" anchorCtr="0"/>
          <a:lstStyle>
            <a:lvl1pPr>
              <a:defRPr sz="1320">
                <a:latin typeface="+mn-lt"/>
              </a:defRPr>
            </a:lvl1pPr>
          </a:lstStyle>
          <a:p>
            <a:pPr marL="0" marR="0" lvl="0" indent="0" defTabSz="1341150" eaLnBrk="1" fontAlgn="auto" latinLnBrk="0" hangingPunct="1">
              <a:lnSpc>
                <a:spcPct val="100000"/>
              </a:lnSpc>
              <a:spcBef>
                <a:spcPts val="1760"/>
              </a:spcBef>
              <a:spcAft>
                <a:spcPts val="88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488811" y="1247242"/>
            <a:ext cx="4074681" cy="7965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913412" y="9058383"/>
            <a:ext cx="2615332" cy="309665"/>
          </a:xfrm>
          <a:noFill/>
        </p:spPr>
        <p:txBody>
          <a:bodyPr anchor="b" anchorCtr="0"/>
          <a:lstStyle>
            <a:lvl1pPr>
              <a:defRPr sz="1173">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913412" y="1555699"/>
            <a:ext cx="2615332" cy="7359490"/>
          </a:xfrm>
          <a:noFill/>
        </p:spPr>
        <p:txBody>
          <a:bodyPr rIns="0" anchor="ctr" anchorCtr="0"/>
          <a:lstStyle>
            <a:lvl1pPr algn="ctr">
              <a:defRPr sz="352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2873" userDrawn="1">
          <p15:clr>
            <a:srgbClr val="FBAE40"/>
          </p15:clr>
        </p15:guide>
        <p15:guide id="2" pos="30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488811" y="1247242"/>
            <a:ext cx="3206115" cy="7965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4047396" y="1247241"/>
            <a:ext cx="3480092" cy="308458"/>
          </a:xfrm>
        </p:spPr>
        <p:txBody>
          <a:bodyPr anchor="t" anchorCtr="0"/>
          <a:lstStyle>
            <a:lvl1pPr>
              <a:defRPr sz="1320">
                <a:latin typeface="+mn-lt"/>
              </a:defRPr>
            </a:lvl1pPr>
          </a:lstStyle>
          <a:p>
            <a:pPr marL="0" marR="0" lvl="0" indent="0" defTabSz="1341150" eaLnBrk="1" fontAlgn="auto" latinLnBrk="0" hangingPunct="1">
              <a:lnSpc>
                <a:spcPct val="100000"/>
              </a:lnSpc>
              <a:spcBef>
                <a:spcPts val="1760"/>
              </a:spcBef>
              <a:spcAft>
                <a:spcPts val="88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4047396" y="1555698"/>
            <a:ext cx="3480092" cy="3272333"/>
          </a:xfrm>
        </p:spPr>
        <p:txBody>
          <a:bodyPr anchor="ctr" anchorCtr="0"/>
          <a:lstStyle>
            <a:lvl1pPr marL="0" marR="0" indent="0" algn="ctr" defTabSz="1341150" eaLnBrk="1" fontAlgn="auto" latinLnBrk="0" hangingPunct="1">
              <a:lnSpc>
                <a:spcPct val="100000"/>
              </a:lnSpc>
              <a:spcBef>
                <a:spcPts val="2640"/>
              </a:spcBef>
              <a:spcAft>
                <a:spcPts val="0"/>
              </a:spcAft>
              <a:buClrTx/>
              <a:buSzTx/>
              <a:buFontTx/>
              <a:buNone/>
              <a:tabLst/>
              <a:defRPr/>
            </a:lvl1pPr>
          </a:lstStyle>
          <a:p>
            <a:pPr marL="0" marR="0" lvl="0" indent="0" defTabSz="1341150" eaLnBrk="1" fontAlgn="auto" latinLnBrk="0" hangingPunct="1">
              <a:lnSpc>
                <a:spcPct val="100000"/>
              </a:lnSpc>
              <a:spcBef>
                <a:spcPts val="264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4047396" y="4861560"/>
            <a:ext cx="3480092" cy="335280"/>
          </a:xfrm>
        </p:spPr>
        <p:txBody>
          <a:bodyPr anchor="b" anchorCtr="0"/>
          <a:lstStyle>
            <a:lvl1pPr>
              <a:defRPr sz="1173">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4047396" y="5460920"/>
            <a:ext cx="3480092" cy="308458"/>
          </a:xfrm>
        </p:spPr>
        <p:txBody>
          <a:bodyPr anchor="t" anchorCtr="0"/>
          <a:lstStyle>
            <a:lvl1pPr>
              <a:defRPr sz="1320">
                <a:latin typeface="+mn-lt"/>
              </a:defRPr>
            </a:lvl1pPr>
          </a:lstStyle>
          <a:p>
            <a:pPr marL="0" marR="0" lvl="0" indent="0" defTabSz="1341150" eaLnBrk="1" fontAlgn="auto" latinLnBrk="0" hangingPunct="1">
              <a:lnSpc>
                <a:spcPct val="100000"/>
              </a:lnSpc>
              <a:spcBef>
                <a:spcPts val="1760"/>
              </a:spcBef>
              <a:spcAft>
                <a:spcPts val="88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4047396" y="5769378"/>
            <a:ext cx="3480092" cy="3272333"/>
          </a:xfrm>
        </p:spPr>
        <p:txBody>
          <a:bodyPr anchor="ctr" anchorCtr="0"/>
          <a:lstStyle>
            <a:lvl1pPr marL="0" marR="0" indent="0" algn="ctr" defTabSz="1341150" eaLnBrk="1" fontAlgn="auto" latinLnBrk="0" hangingPunct="1">
              <a:lnSpc>
                <a:spcPct val="100000"/>
              </a:lnSpc>
              <a:spcBef>
                <a:spcPts val="2640"/>
              </a:spcBef>
              <a:spcAft>
                <a:spcPts val="0"/>
              </a:spcAft>
              <a:buClrTx/>
              <a:buSzTx/>
              <a:buFontTx/>
              <a:buNone/>
              <a:tabLst/>
              <a:defRPr/>
            </a:lvl1pPr>
          </a:lstStyle>
          <a:p>
            <a:pPr marL="0" marR="0" lvl="0" indent="0" defTabSz="1341150" eaLnBrk="1" fontAlgn="auto" latinLnBrk="0" hangingPunct="1">
              <a:lnSpc>
                <a:spcPct val="100000"/>
              </a:lnSpc>
              <a:spcBef>
                <a:spcPts val="264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4047396" y="9045576"/>
            <a:ext cx="3480092" cy="335280"/>
          </a:xfrm>
        </p:spPr>
        <p:txBody>
          <a:bodyPr anchor="b" anchorCtr="0"/>
          <a:lstStyle>
            <a:lvl1pPr>
              <a:defRPr sz="1173">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488810" y="1247242"/>
            <a:ext cx="3205104" cy="7965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4048935" y="1247242"/>
            <a:ext cx="3480092" cy="79659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489661" y="1260653"/>
            <a:ext cx="2885504" cy="187818"/>
          </a:xfrm>
          <a:prstGeom prst="rect">
            <a:avLst/>
          </a:prstGeom>
          <a:noFill/>
        </p:spPr>
        <p:txBody>
          <a:bodyPr wrap="square" lIns="0" tIns="0" rIns="0" bIns="0">
            <a:noAutofit/>
          </a:bodyPr>
          <a:lstStyle/>
          <a:p>
            <a:r>
              <a:rPr lang="en-US" sz="1613"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489661" y="1648457"/>
            <a:ext cx="3479670" cy="6326085"/>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4047817" y="1648456"/>
            <a:ext cx="3479671" cy="3272601"/>
          </a:xfrm>
          <a:solidFill>
            <a:srgbClr val="F6F6F6"/>
          </a:solidFill>
        </p:spPr>
        <p:txBody>
          <a:bodyPr lIns="91440" tIns="54864" rIns="73152" bIns="54864"/>
          <a:lstStyle>
            <a:lvl1pPr>
              <a:spcBef>
                <a:spcPts val="1760"/>
              </a:spcBef>
              <a:defRPr sz="1613">
                <a:solidFill>
                  <a:schemeClr val="accent6"/>
                </a:solidFill>
                <a:latin typeface="Calibre Medium" panose="020B0603030202060203" pitchFamily="34" charset="0"/>
              </a:defRPr>
            </a:lvl1pPr>
            <a:lvl2pPr>
              <a:spcBef>
                <a:spcPts val="880"/>
              </a:spcBef>
              <a:spcAft>
                <a:spcPts val="0"/>
              </a:spcAft>
              <a:defRPr sz="1393"/>
            </a:lvl2pPr>
            <a:lvl3pPr marL="169973" indent="-169973">
              <a:spcBef>
                <a:spcPts val="440"/>
              </a:spcBef>
              <a:buFont typeface="Calibre Light" panose="020B0303030202060203" pitchFamily="34" charset="0"/>
              <a:buChar char="–"/>
              <a:defRPr sz="1393">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488811" y="10617200"/>
            <a:ext cx="7038677"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9213216"/>
            <a:ext cx="7772400" cy="84517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7056" tIns="0" rIns="67056" bIns="0" rtlCol="0" anchor="ctr"/>
          <a:lstStyle/>
          <a:p>
            <a:pPr algn="ctr">
              <a:spcAft>
                <a:spcPts val="440"/>
              </a:spcAft>
            </a:pPr>
            <a:endParaRPr lang="en-US" sz="3227"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4048175" y="5029201"/>
            <a:ext cx="1700163" cy="215135"/>
          </a:xfrm>
          <a:prstGeom prst="rect">
            <a:avLst/>
          </a:prstGeom>
          <a:noFill/>
        </p:spPr>
        <p:txBody>
          <a:bodyPr wrap="square" lIns="0" tIns="0" rIns="0" bIns="0">
            <a:noAutofit/>
          </a:bodyPr>
          <a:lstStyle/>
          <a:p>
            <a:r>
              <a:rPr lang="en-US" sz="1613"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6944558" y="9343362"/>
            <a:ext cx="582930" cy="333191"/>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sz="3227"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488811" y="8409942"/>
            <a:ext cx="6210836" cy="1260123"/>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613"/>
              </a:lnSpc>
              <a:spcBef>
                <a:spcPts val="333"/>
              </a:spcBef>
              <a:spcAft>
                <a:spcPts val="0"/>
              </a:spcAft>
            </a:pPr>
            <a:r>
              <a:rPr lang="en-US" sz="1173"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4047818" y="5479865"/>
            <a:ext cx="1107567" cy="1180186"/>
          </a:xfrm>
        </p:spPr>
        <p:txBody>
          <a:bodyPr/>
          <a:lstStyle>
            <a:lvl1pPr>
              <a:spcBef>
                <a:spcPts val="0"/>
              </a:spcBef>
              <a:spcAft>
                <a:spcPts val="440"/>
              </a:spcAft>
              <a:defRPr sz="1613"/>
            </a:lvl1pPr>
            <a:lvl2pPr>
              <a:spcBef>
                <a:spcPts val="0"/>
              </a:spcBef>
              <a:spcAft>
                <a:spcPts val="0"/>
              </a:spcAft>
              <a:defRPr sz="132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5233870" y="5479865"/>
            <a:ext cx="1107567" cy="1180186"/>
          </a:xfrm>
        </p:spPr>
        <p:txBody>
          <a:bodyPr/>
          <a:lstStyle>
            <a:lvl1pPr>
              <a:spcBef>
                <a:spcPts val="0"/>
              </a:spcBef>
              <a:spcAft>
                <a:spcPts val="440"/>
              </a:spcAft>
              <a:defRPr sz="1613"/>
            </a:lvl1pPr>
            <a:lvl2pPr>
              <a:spcBef>
                <a:spcPts val="0"/>
              </a:spcBef>
              <a:spcAft>
                <a:spcPts val="0"/>
              </a:spcAft>
              <a:defRPr sz="132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6419922" y="5479865"/>
            <a:ext cx="1107567" cy="1180186"/>
          </a:xfrm>
        </p:spPr>
        <p:txBody>
          <a:bodyPr/>
          <a:lstStyle>
            <a:lvl1pPr>
              <a:spcBef>
                <a:spcPts val="0"/>
              </a:spcBef>
              <a:spcAft>
                <a:spcPts val="440"/>
              </a:spcAft>
              <a:defRPr sz="1613"/>
            </a:lvl1pPr>
            <a:lvl2pPr>
              <a:spcBef>
                <a:spcPts val="0"/>
              </a:spcBef>
              <a:spcAft>
                <a:spcPts val="0"/>
              </a:spcAft>
              <a:defRPr sz="132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4047818" y="6983330"/>
            <a:ext cx="1107567" cy="991213"/>
          </a:xfrm>
        </p:spPr>
        <p:txBody>
          <a:bodyPr/>
          <a:lstStyle>
            <a:lvl1pPr>
              <a:spcBef>
                <a:spcPts val="0"/>
              </a:spcBef>
              <a:spcAft>
                <a:spcPts val="440"/>
              </a:spcAft>
              <a:defRPr sz="1613"/>
            </a:lvl1pPr>
            <a:lvl2pPr>
              <a:spcBef>
                <a:spcPts val="0"/>
              </a:spcBef>
              <a:spcAft>
                <a:spcPts val="0"/>
              </a:spcAft>
              <a:defRPr sz="132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5233870" y="6983330"/>
            <a:ext cx="1107567" cy="991213"/>
          </a:xfrm>
        </p:spPr>
        <p:txBody>
          <a:bodyPr/>
          <a:lstStyle>
            <a:lvl1pPr>
              <a:spcBef>
                <a:spcPts val="0"/>
              </a:spcBef>
              <a:spcAft>
                <a:spcPts val="440"/>
              </a:spcAft>
              <a:defRPr sz="1613"/>
            </a:lvl1pPr>
            <a:lvl2pPr>
              <a:spcBef>
                <a:spcPts val="0"/>
              </a:spcBef>
              <a:spcAft>
                <a:spcPts val="0"/>
              </a:spcAft>
              <a:defRPr sz="132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6419921" y="6983330"/>
            <a:ext cx="1107567" cy="991213"/>
          </a:xfrm>
        </p:spPr>
        <p:txBody>
          <a:bodyPr/>
          <a:lstStyle>
            <a:lvl1pPr>
              <a:spcBef>
                <a:spcPts val="0"/>
              </a:spcBef>
              <a:spcAft>
                <a:spcPts val="440"/>
              </a:spcAft>
              <a:defRPr sz="1613"/>
            </a:lvl1pPr>
            <a:lvl2pPr>
              <a:spcBef>
                <a:spcPts val="0"/>
              </a:spcBef>
              <a:spcAft>
                <a:spcPts val="0"/>
              </a:spcAft>
              <a:defRPr sz="132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1"/>
            <a:ext cx="8200935" cy="10280980"/>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440"/>
                </a:spcAft>
              </a:pPr>
              <a:endParaRPr lang="en-US" sz="3227"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145733" y="9643072"/>
            <a:ext cx="161277" cy="268224"/>
          </a:xfrm>
          <a:prstGeom prst="rect">
            <a:avLst/>
          </a:prstGeom>
          <a:noFill/>
        </p:spPr>
        <p:txBody>
          <a:bodyPr wrap="square" lIns="0" tIns="0" rIns="0" bIns="0" anchor="t" anchorCtr="0">
            <a:noAutofit/>
          </a:bodyPr>
          <a:lstStyle/>
          <a:p>
            <a:pPr marL="0" algn="l" defTabSz="1341150" rtl="0" eaLnBrk="1" latinLnBrk="0" hangingPunct="1"/>
            <a:fld id="{1C89B4D1-E1CE-4E79-B913-C04DDECCCBCD}" type="slidenum">
              <a:rPr lang="en-US" sz="1173" b="0" kern="1200" cap="none" baseline="0" smtClean="0">
                <a:solidFill>
                  <a:schemeClr val="tx1"/>
                </a:solidFill>
                <a:latin typeface="Calibre Medium" panose="020B0603030202060203" pitchFamily="34" charset="0"/>
                <a:ea typeface="+mn-ea"/>
                <a:cs typeface="+mn-cs"/>
              </a:rPr>
              <a:pPr marL="0" algn="l" defTabSz="1341150" rtl="0" eaLnBrk="1" latinLnBrk="0" hangingPunct="1"/>
              <a:t>‹#›</a:t>
            </a:fld>
            <a:endParaRPr lang="en-US" sz="1173"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489662" y="9494944"/>
            <a:ext cx="7037827" cy="416353"/>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1341150" rtl="0" eaLnBrk="1" latinLnBrk="0" hangingPunct="1"/>
              <a:r>
                <a:rPr lang="en-US" sz="1173"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1320" b="0" kern="1200" cap="none" baseline="0">
                  <a:solidFill>
                    <a:schemeClr val="tx1"/>
                  </a:solidFill>
                  <a:latin typeface="Calibre Light" panose="020B0303030202060203" pitchFamily="34" charset="0"/>
                  <a:ea typeface="+mn-ea"/>
                  <a:cs typeface="+mn-cs"/>
                </a:rPr>
                <a:t>© 2026 </a:t>
              </a:r>
              <a:r>
                <a:rPr lang="en-US" sz="1320" b="0" kern="1200" cap="none" baseline="0" dirty="0">
                  <a:solidFill>
                    <a:schemeClr val="tx1"/>
                  </a:solidFill>
                  <a:latin typeface="Calibre Light" panose="020B0303030202060203" pitchFamily="34" charset="0"/>
                  <a:ea typeface="+mn-ea"/>
                  <a:cs typeface="+mn-cs"/>
                </a:rPr>
                <a:t>CBRE, INC</a:t>
              </a:r>
              <a:r>
                <a:rPr lang="en-US" sz="1320" spc="29"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489662" y="1"/>
            <a:ext cx="7037827" cy="5588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132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489661" y="2840568"/>
            <a:ext cx="7037827" cy="6370594"/>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489662" y="1593087"/>
            <a:ext cx="7037826" cy="650241"/>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1489710" y="1"/>
            <a:ext cx="1295400" cy="1227032"/>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4112" tIns="134112" rIns="134112" bIns="134112" rtlCol="0" anchor="t" anchorCtr="0"/>
          <a:lstStyle/>
          <a:p>
            <a:pPr marL="0" marR="0" lvl="0" indent="0" algn="l" defTabSz="1341150" eaLnBrk="1" fontAlgn="auto" latinLnBrk="0" hangingPunct="1">
              <a:lnSpc>
                <a:spcPct val="100000"/>
              </a:lnSpc>
              <a:spcBef>
                <a:spcPts val="0"/>
              </a:spcBef>
              <a:spcAft>
                <a:spcPts val="880"/>
              </a:spcAft>
              <a:buClrTx/>
              <a:buSzTx/>
              <a:buFontTx/>
              <a:buNone/>
              <a:tabLst/>
              <a:defRPr/>
            </a:pPr>
            <a:r>
              <a:rPr lang="en-US" sz="1467" dirty="0">
                <a:solidFill>
                  <a:schemeClr val="bg1"/>
                </a:solidFill>
                <a:latin typeface="+mn-lt"/>
              </a:rPr>
              <a:t>Update header text on master slide</a:t>
            </a:r>
            <a:endParaRPr lang="en-US" sz="1467" dirty="0">
              <a:solidFill>
                <a:schemeClr val="bg1"/>
              </a:solidFill>
              <a:latin typeface="Calibre" panose="020B0503030202060203" pitchFamily="34" charset="77"/>
            </a:endParaRPr>
          </a:p>
          <a:p>
            <a:pPr algn="l">
              <a:spcBef>
                <a:spcPts val="0"/>
              </a:spcBef>
              <a:spcAft>
                <a:spcPts val="880"/>
              </a:spcAft>
            </a:pPr>
            <a:r>
              <a:rPr lang="en-US" sz="1467" dirty="0">
                <a:solidFill>
                  <a:schemeClr val="bg1"/>
                </a:solidFill>
                <a:latin typeface="Calibre" panose="020B0503030202060203" pitchFamily="34" charset="77"/>
              </a:rPr>
              <a:t>Leave ‘</a:t>
            </a:r>
            <a:r>
              <a:rPr lang="en-US" sz="1467" b="1" dirty="0">
                <a:solidFill>
                  <a:schemeClr val="bg1"/>
                </a:solidFill>
                <a:latin typeface="Calibre Semibold" panose="020B0503030202060203" pitchFamily="34" charset="77"/>
              </a:rPr>
              <a:t>FIGURES</a:t>
            </a:r>
            <a:r>
              <a:rPr lang="en-US" sz="1467" dirty="0">
                <a:solidFill>
                  <a:schemeClr val="bg1"/>
                </a:solidFill>
                <a:latin typeface="Calibre" panose="020B0503030202060203" pitchFamily="34" charset="77"/>
              </a:rPr>
              <a:t>’ as-is;</a:t>
            </a:r>
            <a:br>
              <a:rPr lang="en-US" sz="1467" dirty="0">
                <a:solidFill>
                  <a:schemeClr val="bg1"/>
                </a:solidFill>
                <a:latin typeface="Calibre" panose="020B0503030202060203" pitchFamily="34" charset="77"/>
              </a:rPr>
            </a:br>
            <a:r>
              <a:rPr lang="en-US" sz="1467" dirty="0">
                <a:solidFill>
                  <a:schemeClr val="bg1"/>
                </a:solidFill>
                <a:latin typeface="Calibre" panose="020B0503030202060203" pitchFamily="34" charset="77"/>
              </a:rPr>
              <a:t>update ‘MARKET SECTOR’ and quarter accordingly.</a:t>
            </a:r>
            <a:endParaRPr lang="en-US" sz="1467"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496214"/>
            <a:ext cx="7772400" cy="33528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1277961" eaLnBrk="1" fontAlgn="auto" latinLnBrk="0" hangingPunct="1">
                <a:lnSpc>
                  <a:spcPct val="100000"/>
                </a:lnSpc>
                <a:spcBef>
                  <a:spcPts val="0"/>
                </a:spcBef>
                <a:spcAft>
                  <a:spcPts val="0"/>
                </a:spcAft>
                <a:buClrTx/>
                <a:buSzTx/>
                <a:buFontTx/>
                <a:buNone/>
                <a:tabLst/>
                <a:defRPr/>
              </a:pPr>
              <a:endParaRPr kumimoji="0" lang="en-US" sz="25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440"/>
                  </a:spcAft>
                </a:pPr>
                <a:r>
                  <a:rPr lang="en-US" sz="154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440"/>
                  </a:spcAft>
                </a:pPr>
                <a:r>
                  <a:rPr lang="en-US" sz="154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6453">
          <a:solidFill>
            <a:schemeClr val="tx1"/>
          </a:solidFill>
          <a:latin typeface="+mj-lt"/>
          <a:ea typeface="+mj-ea"/>
          <a:cs typeface="+mj-cs"/>
        </a:defRPr>
      </a:lvl1pPr>
    </p:titleStyle>
    <p:bodyStyle>
      <a:lvl1pPr marL="0" eaLnBrk="1" hangingPunct="1">
        <a:spcBef>
          <a:spcPts val="1760"/>
        </a:spcBef>
        <a:spcAft>
          <a:spcPts val="880"/>
        </a:spcAft>
        <a:defRPr sz="2347">
          <a:solidFill>
            <a:schemeClr val="tx1"/>
          </a:solidFill>
          <a:latin typeface="+mj-lt"/>
          <a:ea typeface="+mn-ea"/>
          <a:cs typeface="+mn-cs"/>
        </a:defRPr>
      </a:lvl1pPr>
      <a:lvl2pPr marL="0" indent="0" eaLnBrk="1" hangingPunct="1">
        <a:spcBef>
          <a:spcPts val="1320"/>
        </a:spcBef>
        <a:spcAft>
          <a:spcPts val="0"/>
        </a:spcAft>
        <a:buClr>
          <a:srgbClr val="17E88F"/>
        </a:buClr>
        <a:buFontTx/>
        <a:buNone/>
        <a:defRPr sz="2347" b="0">
          <a:solidFill>
            <a:schemeClr val="tx1"/>
          </a:solidFill>
          <a:latin typeface="Calibre Light" panose="020B0303030202060203" pitchFamily="34" charset="0"/>
          <a:ea typeface="+mn-ea"/>
          <a:cs typeface="+mn-cs"/>
        </a:defRPr>
      </a:lvl2pPr>
      <a:lvl3pPr marL="0" indent="0" eaLnBrk="1" hangingPunct="1">
        <a:spcBef>
          <a:spcPts val="1760"/>
        </a:spcBef>
        <a:spcAft>
          <a:spcPts val="0"/>
        </a:spcAft>
        <a:defRPr sz="1760">
          <a:solidFill>
            <a:schemeClr val="accent6"/>
          </a:solidFill>
          <a:latin typeface="Calibre Medium" panose="020B0603030202060203" pitchFamily="34" charset="0"/>
          <a:ea typeface="+mn-ea"/>
          <a:cs typeface="+mn-cs"/>
        </a:defRPr>
      </a:lvl3pPr>
      <a:lvl4pPr marL="0" indent="0" eaLnBrk="1" hangingPunct="1">
        <a:spcBef>
          <a:spcPts val="880"/>
        </a:spcBef>
        <a:spcAft>
          <a:spcPts val="880"/>
        </a:spcAft>
        <a:buClrTx/>
        <a:buFont typeface="SwissReSansOTLight" panose="04000400000000000000" pitchFamily="82" charset="0"/>
        <a:buNone/>
        <a:defRPr sz="1540">
          <a:solidFill>
            <a:schemeClr val="tx1"/>
          </a:solidFill>
          <a:latin typeface="+mn-lt"/>
          <a:ea typeface="+mn-ea"/>
          <a:cs typeface="+mn-cs"/>
        </a:defRPr>
      </a:lvl4pPr>
      <a:lvl5pPr marL="251466" indent="-251466" eaLnBrk="1" hangingPunct="1">
        <a:spcBef>
          <a:spcPts val="440"/>
        </a:spcBef>
        <a:spcAft>
          <a:spcPts val="440"/>
        </a:spcAft>
        <a:buFont typeface="Arial" panose="020B0604020202020204" pitchFamily="34" charset="0"/>
        <a:buChar char="‒"/>
        <a:defRPr sz="1540" b="0">
          <a:solidFill>
            <a:schemeClr val="tx1"/>
          </a:solidFill>
          <a:latin typeface="+mn-lt"/>
          <a:ea typeface="+mn-ea"/>
          <a:cs typeface="+mn-cs"/>
        </a:defRPr>
      </a:lvl5pPr>
      <a:lvl6pPr marL="505261" indent="-251466" eaLnBrk="1" hangingPunct="1">
        <a:spcBef>
          <a:spcPts val="440"/>
        </a:spcBef>
        <a:spcAft>
          <a:spcPts val="440"/>
        </a:spcAft>
        <a:buClr>
          <a:schemeClr val="tx1"/>
        </a:buClr>
        <a:buFont typeface="Arial" panose="020B0604020202020204" pitchFamily="34" charset="0"/>
        <a:buChar char="‒"/>
        <a:tabLst/>
        <a:defRPr sz="1540" b="0" i="0">
          <a:solidFill>
            <a:schemeClr val="tx1"/>
          </a:solidFill>
          <a:latin typeface="+mn-lt"/>
          <a:ea typeface="+mn-ea"/>
          <a:cs typeface="+mn-cs"/>
        </a:defRPr>
      </a:lvl6pPr>
      <a:lvl7pPr marL="0" indent="0" eaLnBrk="1" hangingPunct="1">
        <a:spcBef>
          <a:spcPts val="1760"/>
        </a:spcBef>
        <a:defRPr sz="1613" cap="none" baseline="0">
          <a:solidFill>
            <a:schemeClr val="tx1"/>
          </a:solidFill>
          <a:latin typeface="+mn-lt"/>
          <a:ea typeface="+mn-ea"/>
          <a:cs typeface="+mn-cs"/>
        </a:defRPr>
      </a:lvl7pPr>
      <a:lvl8pPr marL="0" indent="0" eaLnBrk="1" hangingPunct="1">
        <a:spcBef>
          <a:spcPts val="1320"/>
        </a:spcBef>
        <a:spcAft>
          <a:spcPts val="0"/>
        </a:spcAft>
        <a:defRPr sz="1467" b="0">
          <a:solidFill>
            <a:schemeClr val="tx1"/>
          </a:solidFill>
          <a:latin typeface="Calibre Semibold" panose="020B0703030202060203" pitchFamily="34" charset="0"/>
          <a:ea typeface="+mn-ea"/>
          <a:cs typeface="+mn-cs"/>
        </a:defRPr>
      </a:lvl8pPr>
      <a:lvl9pPr marL="0" indent="0" eaLnBrk="1" hangingPunct="1">
        <a:spcBef>
          <a:spcPts val="440"/>
        </a:spcBef>
        <a:spcAft>
          <a:spcPts val="0"/>
        </a:spcAft>
        <a:buFont typeface="SwissReSansOTLight" panose="04000400000000000000" pitchFamily="82" charset="0"/>
        <a:buNone/>
        <a:defRPr sz="1320">
          <a:solidFill>
            <a:schemeClr val="tx1"/>
          </a:solidFill>
          <a:latin typeface="+mn-lt"/>
          <a:ea typeface="+mn-ea"/>
          <a:cs typeface="+mn-cs"/>
        </a:defRPr>
      </a:lvl9pPr>
    </p:bodyStyle>
    <p:otherStyle>
      <a:lvl1pPr marL="0" eaLnBrk="1" hangingPunct="1">
        <a:defRPr sz="1760" kern="1200">
          <a:latin typeface="+mn-lt"/>
          <a:ea typeface="+mn-ea"/>
          <a:cs typeface="+mn-cs"/>
        </a:defRPr>
      </a:lvl1pPr>
      <a:lvl2pPr marL="0" eaLnBrk="1" hangingPunct="1">
        <a:defRPr sz="1467" kern="1200">
          <a:latin typeface="+mn-lt"/>
          <a:ea typeface="+mn-ea"/>
          <a:cs typeface="+mn-cs"/>
        </a:defRPr>
      </a:lvl2pPr>
      <a:lvl3pPr marL="167644" indent="-167644" eaLnBrk="1" hangingPunct="1">
        <a:buFont typeface="+mn-lt" panose="04000400000000000000" pitchFamily="82" charset="0"/>
        <a:buChar char="–"/>
        <a:defRPr sz="1467" kern="1200">
          <a:latin typeface="+mn-lt"/>
          <a:ea typeface="+mn-ea"/>
          <a:cs typeface="+mn-cs"/>
        </a:defRPr>
      </a:lvl3pPr>
      <a:lvl4pPr marL="335288" indent="-167644" eaLnBrk="1" hangingPunct="1">
        <a:buFont typeface="+mn-lt" panose="04000400000000000000" pitchFamily="82" charset="0"/>
        <a:buChar char="–"/>
        <a:defRPr sz="1467" kern="1000">
          <a:latin typeface="+mn-lt"/>
          <a:ea typeface="+mn-ea"/>
          <a:cs typeface="+mn-cs"/>
        </a:defRPr>
      </a:lvl4pPr>
      <a:lvl5pPr marL="502931" indent="-167644" eaLnBrk="1" hangingPunct="1">
        <a:buFont typeface="+mn-lt" panose="04000400000000000000" pitchFamily="82" charset="0"/>
        <a:buChar char="–"/>
        <a:defRPr sz="1320" kern="1000">
          <a:latin typeface="+mn-lt"/>
          <a:ea typeface="+mn-ea"/>
          <a:cs typeface="+mn-cs"/>
        </a:defRPr>
      </a:lvl5pPr>
      <a:lvl6pPr marL="0" eaLnBrk="1" hangingPunct="1">
        <a:defRPr sz="1320" kern="900">
          <a:latin typeface="+mn-lt"/>
          <a:ea typeface="+mn-ea"/>
          <a:cs typeface="+mn-cs"/>
        </a:defRPr>
      </a:lvl6pPr>
      <a:lvl7pPr marL="0" eaLnBrk="1" hangingPunct="1">
        <a:defRPr sz="1320" kern="900">
          <a:latin typeface="+mn-lt"/>
          <a:ea typeface="+mn-ea"/>
          <a:cs typeface="+mn-cs"/>
        </a:defRPr>
      </a:lvl7pPr>
      <a:lvl8pPr marL="0" eaLnBrk="1" hangingPunct="1">
        <a:defRPr sz="1320" kern="900">
          <a:latin typeface="+mn-lt"/>
          <a:ea typeface="+mn-ea"/>
          <a:cs typeface="+mn-cs"/>
        </a:defRPr>
      </a:lvl8pPr>
      <a:lvl9pPr marL="0" eaLnBrk="1" hangingPunct="1">
        <a:defRPr sz="132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353" userDrawn="1">
          <p15:clr>
            <a:srgbClr val="F26B43"/>
          </p15:clr>
        </p15:guide>
        <p15:guide id="3" userDrawn="1">
          <p15:clr>
            <a:srgbClr val="F26B43"/>
          </p15:clr>
        </p15:guide>
        <p15:guide id="4" pos="308" userDrawn="1">
          <p15:clr>
            <a:srgbClr val="F26B43"/>
          </p15:clr>
        </p15:guide>
        <p15:guide id="5" orient="horz" pos="719" userDrawn="1">
          <p15:clr>
            <a:srgbClr val="F26B43"/>
          </p15:clr>
        </p15:guide>
        <p15:guide id="6" orient="horz" pos="833" userDrawn="1">
          <p15:clr>
            <a:srgbClr val="F26B43"/>
          </p15:clr>
        </p15:guide>
        <p15:guide id="7" orient="horz" pos="5981" userDrawn="1">
          <p15:clr>
            <a:srgbClr val="F26B43"/>
          </p15:clr>
        </p15:guide>
        <p15:guide id="8" orient="horz" pos="6336" userDrawn="1">
          <p15:clr>
            <a:srgbClr val="F26B43"/>
          </p15:clr>
        </p15:guide>
        <p15:guide id="9" pos="4742" userDrawn="1">
          <p15:clr>
            <a:srgbClr val="F26B43"/>
          </p15:clr>
        </p15:guide>
        <p15:guide id="10" pos="4896" userDrawn="1">
          <p15:clr>
            <a:srgbClr val="F26B43"/>
          </p15:clr>
        </p15:guide>
        <p15:guide id="11" orient="horz" pos="5501" userDrawn="1">
          <p15:clr>
            <a:srgbClr val="F26B43"/>
          </p15:clr>
        </p15:guide>
        <p15:guide id="12" orient="horz" pos="5616" userDrawn="1">
          <p15:clr>
            <a:srgbClr val="F26B43"/>
          </p15:clr>
        </p15:guide>
        <p15:guide id="13" orient="horz" pos="5023" userDrawn="1">
          <p15:clr>
            <a:srgbClr val="F26B43"/>
          </p15:clr>
        </p15:guide>
        <p15:guide id="14" orient="horz" pos="5138" userDrawn="1">
          <p15:clr>
            <a:srgbClr val="F26B43"/>
          </p15:clr>
        </p15:guide>
        <p15:guide id="15" orient="horz" pos="4545" userDrawn="1">
          <p15:clr>
            <a:srgbClr val="F26B43"/>
          </p15:clr>
        </p15:guide>
        <p15:guide id="16" orient="horz" pos="4660" userDrawn="1">
          <p15:clr>
            <a:srgbClr val="F26B43"/>
          </p15:clr>
        </p15:guide>
        <p15:guide id="17" orient="horz" pos="4067" userDrawn="1">
          <p15:clr>
            <a:srgbClr val="F26B43"/>
          </p15:clr>
        </p15:guide>
        <p15:guide id="18" orient="horz" pos="4181" userDrawn="1">
          <p15:clr>
            <a:srgbClr val="F26B43"/>
          </p15:clr>
        </p15:guide>
        <p15:guide id="19" orient="horz" pos="3589" userDrawn="1">
          <p15:clr>
            <a:srgbClr val="F26B43"/>
          </p15:clr>
        </p15:guide>
        <p15:guide id="20" orient="horz" pos="3703" userDrawn="1">
          <p15:clr>
            <a:srgbClr val="F26B43"/>
          </p15:clr>
        </p15:guide>
        <p15:guide id="21" orient="horz" pos="3111" userDrawn="1">
          <p15:clr>
            <a:srgbClr val="F26B43"/>
          </p15:clr>
        </p15:guide>
        <p15:guide id="22" orient="horz" pos="3225" userDrawn="1">
          <p15:clr>
            <a:srgbClr val="F26B43"/>
          </p15:clr>
        </p15:guide>
        <p15:guide id="23" orient="horz" pos="2631" userDrawn="1">
          <p15:clr>
            <a:srgbClr val="F26B43"/>
          </p15:clr>
        </p15:guide>
        <p15:guide id="24" orient="horz" pos="2746" userDrawn="1">
          <p15:clr>
            <a:srgbClr val="F26B43"/>
          </p15:clr>
        </p15:guide>
        <p15:guide id="25" orient="horz" pos="2153" userDrawn="1">
          <p15:clr>
            <a:srgbClr val="F26B43"/>
          </p15:clr>
        </p15:guide>
        <p15:guide id="26" orient="horz" pos="2267" userDrawn="1">
          <p15:clr>
            <a:srgbClr val="F26B43"/>
          </p15:clr>
        </p15:guide>
        <p15:guide id="27" orient="horz" pos="1675" userDrawn="1">
          <p15:clr>
            <a:srgbClr val="F26B43"/>
          </p15:clr>
        </p15:guide>
        <p15:guide id="28" orient="horz" pos="1789" userDrawn="1">
          <p15:clr>
            <a:srgbClr val="F26B43"/>
          </p15:clr>
        </p15:guide>
        <p15:guide id="29" orient="horz" pos="1197" userDrawn="1">
          <p15:clr>
            <a:srgbClr val="F26B43"/>
          </p15:clr>
        </p15:guide>
        <p15:guide id="30" orient="horz" pos="1311" userDrawn="1">
          <p15:clr>
            <a:srgbClr val="F26B43"/>
          </p15:clr>
        </p15:guide>
        <p15:guide id="31" pos="1752" userDrawn="1">
          <p15:clr>
            <a:srgbClr val="F26B43"/>
          </p15:clr>
        </p15:guide>
        <p15:guide id="32" pos="1802" userDrawn="1">
          <p15:clr>
            <a:srgbClr val="F26B43"/>
          </p15:clr>
        </p15:guide>
        <p15:guide id="33" pos="632" userDrawn="1">
          <p15:clr>
            <a:srgbClr val="F26B43"/>
          </p15:clr>
        </p15:guide>
        <p15:guide id="34" pos="681" userDrawn="1">
          <p15:clr>
            <a:srgbClr val="F26B43"/>
          </p15:clr>
        </p15:guide>
        <p15:guide id="35" pos="2126" userDrawn="1">
          <p15:clr>
            <a:srgbClr val="F26B43"/>
          </p15:clr>
        </p15:guide>
        <p15:guide id="36" pos="2176" userDrawn="1">
          <p15:clr>
            <a:srgbClr val="F26B43"/>
          </p15:clr>
        </p15:guide>
        <p15:guide id="37" pos="1010" userDrawn="1">
          <p15:clr>
            <a:srgbClr val="F26B43"/>
          </p15:clr>
        </p15:guide>
        <p15:guide id="38" pos="1055" userDrawn="1">
          <p15:clr>
            <a:srgbClr val="F26B43"/>
          </p15:clr>
        </p15:guide>
        <p15:guide id="39" pos="1379" userDrawn="1">
          <p15:clr>
            <a:srgbClr val="F26B43"/>
          </p15:clr>
        </p15:guide>
        <p15:guide id="40" pos="1429" userDrawn="1">
          <p15:clr>
            <a:srgbClr val="F26B43"/>
          </p15:clr>
        </p15:guide>
        <p15:guide id="41" pos="2500" userDrawn="1">
          <p15:clr>
            <a:srgbClr val="F26B43"/>
          </p15:clr>
        </p15:guide>
        <p15:guide id="42" pos="2549" userDrawn="1">
          <p15:clr>
            <a:srgbClr val="F26B43"/>
          </p15:clr>
        </p15:guide>
        <p15:guide id="43" pos="3995" userDrawn="1">
          <p15:clr>
            <a:srgbClr val="F26B43"/>
          </p15:clr>
        </p15:guide>
        <p15:guide id="44" pos="4044" userDrawn="1">
          <p15:clr>
            <a:srgbClr val="F26B43"/>
          </p15:clr>
        </p15:guide>
        <p15:guide id="45" pos="2873" userDrawn="1">
          <p15:clr>
            <a:srgbClr val="F26B43"/>
          </p15:clr>
        </p15:guide>
        <p15:guide id="46" pos="2923" userDrawn="1">
          <p15:clr>
            <a:srgbClr val="F26B43"/>
          </p15:clr>
        </p15:guide>
        <p15:guide id="47" pos="4368" userDrawn="1">
          <p15:clr>
            <a:srgbClr val="F26B43"/>
          </p15:clr>
        </p15:guide>
        <p15:guide id="48" pos="4418" userDrawn="1">
          <p15:clr>
            <a:srgbClr val="F26B43"/>
          </p15:clr>
        </p15:guide>
        <p15:guide id="49" pos="3244" userDrawn="1">
          <p15:clr>
            <a:srgbClr val="F26B43"/>
          </p15:clr>
        </p15:guide>
        <p15:guide id="50" pos="3297" userDrawn="1">
          <p15:clr>
            <a:srgbClr val="F26B43"/>
          </p15:clr>
        </p15:guide>
        <p15:guide id="51" pos="3621" userDrawn="1">
          <p15:clr>
            <a:srgbClr val="F26B43"/>
          </p15:clr>
        </p15:guide>
        <p15:guide id="52" pos="3671" userDrawn="1">
          <p15:clr>
            <a:srgbClr val="F26B43"/>
          </p15:clr>
        </p15:guide>
        <p15:guide id="53" orient="horz" pos="239" userDrawn="1">
          <p15:clr>
            <a:srgbClr val="F26B43"/>
          </p15:clr>
        </p15:guide>
        <p15:guide id="54" orient="horz" pos="6095" userDrawn="1">
          <p15:clr>
            <a:srgbClr val="F26B43"/>
          </p15:clr>
        </p15:guide>
        <p15:guide id="55" orient="horz" pos="5804" userDrawn="1">
          <p15:clr>
            <a:srgbClr val="FBAE40"/>
          </p15:clr>
        </p15:guide>
        <p15:guide id="56" pos="2327" userDrawn="1">
          <p15:clr>
            <a:srgbClr val="F26B43"/>
          </p15:clr>
        </p15:guide>
      </p15:sldGuideLst>
    </p:ext>
  </p:extLst>
</p:sldMaster>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SlideFormConfiguration><![CDATA[{"formFields":[],"formDataEntries":[]}]]></TemplafySlideForm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SlideTemplateConfiguration><![CDATA[{"slideVersion":1,"isValidatorEnabled":false,"isLocked":false,"elementsMetadata":[],"slideId":"637710428586587329","enableDocumentContentUpdater":false,"version":"2.0"}]]></TemplafySlideTemplateConfiguration>
</file>

<file path=customXml/item4.xml><?xml version="1.0" encoding="utf-8"?>
<TemplafySlideFormConfiguration><![CDATA[{"formFields":[],"formDataEntries":[]}]]></TemplafySlideFormConfiguration>
</file>

<file path=customXml/item5.xml><?xml version="1.0" encoding="utf-8"?>
<TemplafySlideTemplateConfiguration><![CDATA[{"slideVersion":1,"isValidatorEnabled":false,"isLocked":false,"elementsMetadata":[],"slideId":"637710428586826192","enableDocumentContentUpdater":false,"version":"2.0"}]]></TemplafySlide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637710428586950120","enableDocumentContentUpdater":false,"version":"2.0"}]]></TemplafySlideTemplateConfiguration>
</file>

<file path=customXml/item8.xml><?xml version="1.0" encoding="utf-8"?>
<TemplafySlideTemplateConfiguration><![CDATA[{"slideVersion":1,"isValidatorEnabled":false,"isLocked":false,"elementsMetadata":[],"slideId":"637710428586907651","enableDocumentContentUpdater":false,"version":"2.0"}]]></TemplafySlideTemplateConfiguration>
</file>

<file path=customXml/item9.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0.xml><?xml version="1.0" encoding="utf-8"?>
<TemplafySlideTemplateConfiguration><![CDATA[{"slideVersion":1,"isValidatorEnabled":false,"isLocked":false,"elementsMetadata":[],"slideId":"637710428586918441","enableDocumentContentUpdater":false,"version":"2.0"}]]></TemplafySlideTemplateConfiguration>
</file>

<file path=customXml/item11.xml><?xml version="1.0" encoding="utf-8"?>
<TemplafySlideTemplateConfiguration><![CDATA[{"slideVersion":1,"isValidatorEnabled":false,"isLocked":false,"elementsMetadata":[],"slideId":"637710428586918441","enableDocumentContentUpdater":false,"version":"2.0"}]]></TemplafySlideTemplateConfiguration>
</file>

<file path=customXml/item12.xml><?xml version="1.0" encoding="utf-8"?>
<TemplafySlideFormConfiguration><![CDATA[{"formFields":[],"formDataEntries":[]}]]></TemplafySlideFormConfiguration>
</file>

<file path=customXml/item13.xml><?xml version="1.0" encoding="utf-8"?>
<p:properties xmlns:p="http://schemas.microsoft.com/office/2006/metadata/properties" xmlns:xsi="http://www.w3.org/2001/XMLSchema-instance" xmlns:pc="http://schemas.microsoft.com/office/infopath/2007/PartnerControls">
  <documentManagement/>
</p:properties>
</file>

<file path=customXml/item14.xml><?xml version="1.0" encoding="utf-8"?>
<TemplafySlideFormConfiguration><![CDATA[{"formFields":[],"formDataEntries":[]}]]></TemplafySlideFormConfiguration>
</file>

<file path=customXml/item15.xml><?xml version="1.0" encoding="utf-8"?>
<TemplafyFormConfiguration><![CDATA[{"formFields":[],"formDataEntries":[]}]]></TemplafyFormConfiguration>
</file>

<file path=customXml/item16.xml><?xml version="1.0" encoding="utf-8"?>
<TemplafySlideTemplateConfiguration><![CDATA[{"slideVersion":1,"isValidatorEnabled":false,"isLocked":false,"elementsMetadata":[],"slideId":"637710428586907651","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A14E0F04-3979-4601-89E8-96C855458B98}">
  <ds:schemaRefs/>
</ds:datastoreItem>
</file>

<file path=customXml/itemProps2.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3.xml><?xml version="1.0" encoding="utf-8"?>
<ds:datastoreItem xmlns:ds="http://schemas.openxmlformats.org/officeDocument/2006/customXml" ds:itemID="{FCB9BDF9-8D0B-4A21-91C7-B45E2054D64F}">
  <ds:schemaRefs/>
</ds:datastoreItem>
</file>

<file path=customXml/itemProps4.xml><?xml version="1.0" encoding="utf-8"?>
<ds:datastoreItem xmlns:ds="http://schemas.openxmlformats.org/officeDocument/2006/customXml" ds:itemID="{3CE4ABB1-A8D0-4BDA-960E-19A8E78C85CB}">
  <ds:schemaRefs/>
</ds:datastoreItem>
</file>

<file path=customXml/itemProps5.xml><?xml version="1.0" encoding="utf-8"?>
<ds:datastoreItem xmlns:ds="http://schemas.openxmlformats.org/officeDocument/2006/customXml" ds:itemID="{5FFA546B-4BB0-4D9B-BD46-A26F0FF5BA05}">
  <ds:schemaRefs/>
</ds:datastoreItem>
</file>

<file path=customXml/itemProps6.xml><?xml version="1.0" encoding="utf-8"?>
<ds:datastoreItem xmlns:ds="http://schemas.openxmlformats.org/officeDocument/2006/customXml" ds:itemID="{031086C7-8170-414F-98F8-9D08D0482FA3}">
  <ds:schemaRefs/>
</ds:datastoreItem>
</file>

<file path=customXml/itemProps7.xml><?xml version="1.0" encoding="utf-8"?>
<ds:datastoreItem xmlns:ds="http://schemas.openxmlformats.org/officeDocument/2006/customXml" ds:itemID="{4D2ABF8B-60BA-4166-A248-76BAD54EF60E}">
  <ds:schemaRefs/>
</ds:datastoreItem>
</file>

<file path=customXml/itemProps8.xml><?xml version="1.0" encoding="utf-8"?>
<ds:datastoreItem xmlns:ds="http://schemas.openxmlformats.org/officeDocument/2006/customXml" ds:itemID="{36EB031C-7AEB-40D6-87CF-E78365C48F96}">
  <ds:schemaRefs/>
</ds:datastoreItem>
</file>

<file path=customXml/itemProps9.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0.xml><?xml version="1.0" encoding="utf-8"?>
<ds:datastoreItem xmlns:ds="http://schemas.openxmlformats.org/officeDocument/2006/customXml" ds:itemID="{2A35B555-51E5-4508-999D-0DB2223E8596}">
  <ds:schemaRefs/>
</ds:datastoreItem>
</file>

<file path=customXml/itemProps11.xml><?xml version="1.0" encoding="utf-8"?>
<ds:datastoreItem xmlns:ds="http://schemas.openxmlformats.org/officeDocument/2006/customXml" ds:itemID="{C9B8530F-F0E7-4108-B84F-14FDE78B6313}">
  <ds:schemaRefs/>
</ds:datastoreItem>
</file>

<file path=customXml/itemProps12.xml><?xml version="1.0" encoding="utf-8"?>
<ds:datastoreItem xmlns:ds="http://schemas.openxmlformats.org/officeDocument/2006/customXml" ds:itemID="{80BDFBE0-DE12-4FFA-8804-5CB7F604B192}">
  <ds:schemaRefs/>
</ds:datastoreItem>
</file>

<file path=customXml/itemProps13.xml><?xml version="1.0" encoding="utf-8"?>
<ds:datastoreItem xmlns:ds="http://schemas.openxmlformats.org/officeDocument/2006/customXml" ds:itemID="{3866CC1B-8778-4E2F-80FB-72B1119E3573}">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7f34b39-ae9a-42c3-aa23-9e04d25d7d68"/>
    <ds:schemaRef ds:uri="65f63ffe-09f2-48f2-a153-3382f1b870a7"/>
    <ds:schemaRef ds:uri="http://www.w3.org/XML/1998/namespace"/>
    <ds:schemaRef ds:uri="http://purl.org/dc/dcmitype/"/>
  </ds:schemaRefs>
</ds:datastoreItem>
</file>

<file path=customXml/itemProps14.xml><?xml version="1.0" encoding="utf-8"?>
<ds:datastoreItem xmlns:ds="http://schemas.openxmlformats.org/officeDocument/2006/customXml" ds:itemID="{6CEF34A5-863D-43E5-85F1-3E366FB506A5}">
  <ds:schemaRefs/>
</ds:datastoreItem>
</file>

<file path=customXml/itemProps15.xml><?xml version="1.0" encoding="utf-8"?>
<ds:datastoreItem xmlns:ds="http://schemas.openxmlformats.org/officeDocument/2006/customXml" ds:itemID="{55F8E4E1-3083-46FE-84D1-003F25E9D5F2}">
  <ds:schemaRefs/>
</ds:datastoreItem>
</file>

<file path=customXml/itemProps16.xml><?xml version="1.0" encoding="utf-8"?>
<ds:datastoreItem xmlns:ds="http://schemas.openxmlformats.org/officeDocument/2006/customXml" ds:itemID="{CE1B153A-2F68-47AA-9A5C-40ADC25F8EE9}">
  <ds:schemaRefs/>
</ds:datastoreItem>
</file>

<file path=customXml/itemProps17.xml><?xml version="1.0" encoding="utf-8"?>
<ds:datastoreItem xmlns:ds="http://schemas.openxmlformats.org/officeDocument/2006/customXml" ds:itemID="{AA3288F3-1D9F-49BB-BDD6-370C0756141F}">
  <ds:schemaRefs/>
</ds:datastoreItem>
</file>

<file path=customXml/itemProps18.xml><?xml version="1.0" encoding="utf-8"?>
<ds:datastoreItem xmlns:ds="http://schemas.openxmlformats.org/officeDocument/2006/customXml" ds:itemID="{0627EAEC-6E82-412B-8BBE-A75F4261EB6E}">
  <ds:schemaRefs/>
</ds:datastoreItem>
</file>

<file path=customXml/itemProps19.xml><?xml version="1.0" encoding="utf-8"?>
<ds:datastoreItem xmlns:ds="http://schemas.openxmlformats.org/officeDocument/2006/customXml" ds:itemID="{210D0ECE-EB03-46B5-BB66-21A04B804858}">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440</TotalTime>
  <Words>0</Words>
  <Application>Microsoft Macintosh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0</vt:i4>
      </vt:variant>
    </vt:vector>
  </HeadingPairs>
  <TitlesOfParts>
    <vt:vector size="13" baseType="lpstr">
      <vt:lpstr>Arial</vt:lpstr>
      <vt:lpstr>Arial Narrow</vt:lpstr>
      <vt:lpstr>Barlow Condensed</vt:lpstr>
      <vt:lpstr>Barlow Condensed Light</vt:lpstr>
      <vt:lpstr>Barlow Condensed Thin</vt:lpstr>
      <vt:lpstr>Calibre</vt:lpstr>
      <vt:lpstr>Calibre Light</vt:lpstr>
      <vt:lpstr>Calibre Medium</vt:lpstr>
      <vt:lpstr>Calibre Semibold</vt:lpstr>
      <vt:lpstr>Calibri</vt:lpstr>
      <vt:lpstr>Financier Display</vt:lpstr>
      <vt:lpstr>SwissReSansOTLight</vt:lpstr>
      <vt:lpstr>Figures Master - 20210903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Jain Prateek</cp:lastModifiedBy>
  <cp:revision>8</cp:revision>
  <dcterms:created xsi:type="dcterms:W3CDTF">2024-10-08T16:13:53Z</dcterms:created>
  <dcterms:modified xsi:type="dcterms:W3CDTF">2026-01-20T08:19:50Z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