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20"/>
  </p:sldMasterIdLst>
  <p:notesMasterIdLst>
    <p:notesMasterId r:id="rId22"/>
  </p:notesMasterIdLst>
  <p:handoutMasterIdLst>
    <p:handoutMasterId r:id="rId23"/>
  </p:handoutMasterIdLst>
  <p:sldIdLst>
    <p:sldId id="2076137655" r:id="rId21"/>
  </p:sldIdLst>
  <p:sldSz cx="12192000" cy="68580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A2D"/>
    <a:srgbClr val="E6E6E6"/>
    <a:srgbClr val="C0D4CB"/>
    <a:srgbClr val="CAD1D3"/>
    <a:srgbClr val="FF3399"/>
    <a:srgbClr val="17E891"/>
    <a:srgbClr val="7F7F7F"/>
    <a:srgbClr val="AD2A2A"/>
    <a:srgbClr val="395154"/>
    <a:srgbClr val="9A5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dk1"/>
          </a:solidFill>
        </a:fill>
      </a:tcStyle>
    </a:lastCol>
    <a:fir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rgbClr val="17E88F"/>
              </a:solidFill>
            </a:ln>
          </a:bottom>
          <a:insideH>
            <a:ln w="9525" cmpd="sng">
              <a:solidFill>
                <a:srgbClr val="17E88F"/>
              </a:solidFill>
            </a:ln>
          </a:insideH>
          <a:insideV>
            <a:ln w="0" cmpd="sng">
              <a:solidFill>
                <a:srgbClr val="17E88F"/>
              </a:solid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solidFill>
                <a:srgbClr val="17E88F"/>
              </a:solidFill>
            </a:ln>
          </a:bottom>
          <a:insideV>
            <a:ln w="0" cmpd="sng">
              <a:solidFill>
                <a:schemeClr val="lt1"/>
              </a:solidFill>
              <a:prstDash val="solid"/>
            </a:ln>
          </a:insideV>
        </a:tcBdr>
      </a:tcStyle>
    </a:lastRow>
    <a:firstRow>
      <a:tcTxStyle b="on">
        <a:fontRef idx="minor"/>
        <a:schemeClr val="dk1"/>
      </a:tcTxStyle>
      <a:tcStyle>
        <a:tcBdr>
          <a:bottom>
            <a:ln w="9525" cmpd="sng">
              <a:solidFill>
                <a:srgbClr val="17E88F"/>
              </a:solidFill>
            </a:ln>
          </a:bottom>
          <a:insideV>
            <a:ln w="0" cmpd="sng">
              <a:solidFill>
                <a:schemeClr val="lt1"/>
              </a:solidFill>
              <a:prstDash val="solid"/>
            </a:ln>
          </a:insideV>
        </a:tcBdr>
      </a:tcStyle>
    </a:firstRow>
  </a:tblStyle>
  <a:tblStyle styleId="{D834BE9C-F012-464B-B95A-B12DCBAEE013}" styleName="CBRE Table - Simple Light Grey">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accent3"/>
              </a:solidFill>
            </a:ln>
          </a:insideH>
          <a:insideV>
            <a:ln w="0" cmpd="sng">
              <a:solidFill>
                <a:schemeClr val="accent3"/>
              </a:solid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dk1"/>
              </a:solidFill>
            </a:ln>
          </a:insideH>
          <a:insideV>
            <a:ln w="0" cmpd="sng">
              <a:solidFill>
                <a:schemeClr val="accent3"/>
              </a:solid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solidFill>
                <a:schemeClr val="dk1">
                  <a:lumMod val="75000"/>
                </a:schemeClr>
              </a:solidFill>
              <a:prstDash val="solid"/>
            </a:ln>
          </a:left>
          <a:right>
            <a:ln w="0" cmpd="sng">
              <a:solidFill>
                <a:schemeClr val="lt1">
                  <a:lumMod val="75000"/>
                </a:schemeClr>
              </a:solid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rgbClr val="C0D4CB"/>
          </a:solidFill>
        </a:fill>
      </a:tcStyle>
    </a:lastRow>
    <a:fir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462" autoAdjust="0"/>
    <p:restoredTop sz="96327" autoAdjust="0"/>
  </p:normalViewPr>
  <p:slideViewPr>
    <p:cSldViewPr showGuides="1">
      <p:cViewPr varScale="1">
        <p:scale>
          <a:sx n="115" d="100"/>
          <a:sy n="115" d="100"/>
        </p:scale>
        <p:origin x="208" y="256"/>
      </p:cViewPr>
      <p:guideLst/>
    </p:cSldViewPr>
  </p:slideViewPr>
  <p:notesTextViewPr>
    <p:cViewPr>
      <p:scale>
        <a:sx n="1" d="1"/>
        <a:sy n="1" d="1"/>
      </p:scale>
      <p:origin x="0" y="0"/>
    </p:cViewPr>
  </p:notesTextViewPr>
  <p:sorterViewPr>
    <p:cViewPr varScale="1">
      <p:scale>
        <a:sx n="1" d="1"/>
        <a:sy n="1" d="1"/>
      </p:scale>
      <p:origin x="0" y="-13980"/>
    </p:cViewPr>
  </p:sorterViewPr>
  <p:notesViewPr>
    <p:cSldViewPr showGuides="1">
      <p:cViewPr varScale="1">
        <p:scale>
          <a:sx n="101" d="100"/>
          <a:sy n="101" d="100"/>
        </p:scale>
        <p:origin x="3288"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handoutMaster" Target="handoutMasters/handoutMaster1.xml"/><Relationship Id="rId10" Type="http://schemas.openxmlformats.org/officeDocument/2006/relationships/customXml" Target="../customXml/item10.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1336F14-3011-4082-8B69-B42332FF9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ACECD0-B1DD-408B-AA41-431BF682FBE4}" type="datetimeFigureOut">
              <a:rPr lang="en-GB" smtClean="0"/>
              <a:t>13/01/2026</a:t>
            </a:fld>
            <a:endParaRPr lang="en-GB"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GB" smtClean="0"/>
              <a:t>‹#›</a:t>
            </a:fld>
            <a:endParaRPr lang="en-GB"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13/01/2026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1</a:t>
            </a:fld>
            <a:endParaRPr lang="en-GB"/>
          </a:p>
        </p:txBody>
      </p:sp>
    </p:spTree>
    <p:extLst>
      <p:ext uri="{BB962C8B-B14F-4D97-AF65-F5344CB8AC3E}">
        <p14:creationId xmlns:p14="http://schemas.microsoft.com/office/powerpoint/2010/main" val="291037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2 Col">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E89EA044-B2E7-4DA7-8938-3FB743EBA86B}"/>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B49C2445-293C-40EA-8776-34FCD78A2E23}"/>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9" name="CBRE Vector Logo">
              <a:extLst>
                <a:ext uri="{FF2B5EF4-FFF2-40B4-BE49-F238E27FC236}">
                  <a16:creationId xmlns:a16="http://schemas.microsoft.com/office/drawing/2014/main" id="{77BB5E65-C0B7-4E69-BB94-075838E9AB74}"/>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0" name="Cover Line of Sight">
              <a:extLst>
                <a:ext uri="{FF2B5EF4-FFF2-40B4-BE49-F238E27FC236}">
                  <a16:creationId xmlns:a16="http://schemas.microsoft.com/office/drawing/2014/main" id="{FFB99813-C99B-4C51-A2F6-420E59267788}"/>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1" name="Left Column Framing">
              <a:extLst>
                <a:ext uri="{FF2B5EF4-FFF2-40B4-BE49-F238E27FC236}">
                  <a16:creationId xmlns:a16="http://schemas.microsoft.com/office/drawing/2014/main" id="{B646D8CA-1251-4A50-B612-2A14668597F1}"/>
                </a:ext>
              </a:extLst>
            </p:cNvPr>
            <p:cNvGrpSpPr/>
            <p:nvPr userDrawn="1"/>
          </p:nvGrpSpPr>
          <p:grpSpPr>
            <a:xfrm>
              <a:off x="768096" y="3376613"/>
              <a:ext cx="5029200" cy="3005137"/>
              <a:chOff x="762001" y="3376613"/>
              <a:chExt cx="4064000" cy="3005137"/>
            </a:xfrm>
          </p:grpSpPr>
          <p:cxnSp>
            <p:nvCxnSpPr>
              <p:cNvPr id="32" name="Straight Connector 31">
                <a:extLst>
                  <a:ext uri="{FF2B5EF4-FFF2-40B4-BE49-F238E27FC236}">
                    <a16:creationId xmlns:a16="http://schemas.microsoft.com/office/drawing/2014/main" id="{62ECF2E9-802F-45A4-8C39-E0D510573F77}"/>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3" name="Straight Connector 32">
                <a:extLst>
                  <a:ext uri="{FF2B5EF4-FFF2-40B4-BE49-F238E27FC236}">
                    <a16:creationId xmlns:a16="http://schemas.microsoft.com/office/drawing/2014/main" id="{5BCE9EE3-FDB8-4A2E-B5EF-02CCC0886C22}"/>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24" name="Arrows Disclaimer Text">
              <a:extLst>
                <a:ext uri="{FF2B5EF4-FFF2-40B4-BE49-F238E27FC236}">
                  <a16:creationId xmlns:a16="http://schemas.microsoft.com/office/drawing/2014/main" id="{1B148006-4AC0-416E-8AB2-1CA96AC9A5D4}"/>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userDrawn="1">
            <p:ph sz="quarter" idx="10"/>
          </p:nvPr>
        </p:nvSpPr>
        <p:spPr>
          <a:xfrm>
            <a:off x="768095" y="3428999"/>
            <a:ext cx="5029200"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0E97AC35-E461-43C8-A7A8-972324BA9942}"/>
              </a:ext>
            </a:extLst>
          </p:cNvPr>
          <p:cNvSpPr>
            <a:spLocks noGrp="1"/>
          </p:cNvSpPr>
          <p:nvPr userDrawn="1">
            <p:ph sz="quarter" idx="11"/>
          </p:nvPr>
        </p:nvSpPr>
        <p:spPr>
          <a:xfrm>
            <a:off x="6347884" y="3428998"/>
            <a:ext cx="5459941"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userDrawn="1">
            <p:ph type="body" sz="quarter" idx="12" hasCustomPrompt="1"/>
          </p:nvPr>
        </p:nvSpPr>
        <p:spPr>
          <a:xfrm>
            <a:off x="768096" y="384048"/>
            <a:ext cx="9303004" cy="1835150"/>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userDrawn="1">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userDrawn="1">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userDrawn="1">
            <p:ph type="pic" sz="quarter" idx="15"/>
          </p:nvPr>
        </p:nvSpPr>
        <p:spPr>
          <a:xfrm>
            <a:off x="2628329"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userDrawn="1">
            <p:ph type="body" sz="quarter" idx="16" hasCustomPrompt="1"/>
          </p:nvPr>
        </p:nvSpPr>
        <p:spPr>
          <a:xfrm>
            <a:off x="2847785"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userDrawn="1">
            <p:ph type="pic" sz="quarter" idx="17"/>
          </p:nvPr>
        </p:nvSpPr>
        <p:spPr>
          <a:xfrm>
            <a:off x="448856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userDrawn="1">
            <p:ph type="body" sz="quarter" idx="18" hasCustomPrompt="1"/>
          </p:nvPr>
        </p:nvSpPr>
        <p:spPr>
          <a:xfrm>
            <a:off x="470801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userDrawn="1">
            <p:ph type="pic" sz="quarter" idx="19"/>
          </p:nvPr>
        </p:nvSpPr>
        <p:spPr>
          <a:xfrm>
            <a:off x="6348795"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userDrawn="1">
            <p:ph type="body" sz="quarter" idx="20" hasCustomPrompt="1"/>
          </p:nvPr>
        </p:nvSpPr>
        <p:spPr>
          <a:xfrm>
            <a:off x="6568251"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grpSp>
        <p:nvGrpSpPr>
          <p:cNvPr id="45" name="Up Arrow" hidden="1">
            <a:extLst>
              <a:ext uri="{FF2B5EF4-FFF2-40B4-BE49-F238E27FC236}">
                <a16:creationId xmlns:a16="http://schemas.microsoft.com/office/drawing/2014/main" id="{8B2E4DF4-2CD3-4AB6-9FCD-BCF2816085A7}"/>
              </a:ext>
            </a:extLst>
          </p:cNvPr>
          <p:cNvGrpSpPr/>
          <p:nvPr userDrawn="1"/>
        </p:nvGrpSpPr>
        <p:grpSpPr>
          <a:xfrm>
            <a:off x="-1355726" y="3648539"/>
            <a:ext cx="166688" cy="166688"/>
            <a:chOff x="-1355726" y="4497388"/>
            <a:chExt cx="166688" cy="166688"/>
          </a:xfrm>
        </p:grpSpPr>
        <p:sp>
          <p:nvSpPr>
            <p:cNvPr id="46" name="Rectangle 5">
              <a:extLst>
                <a:ext uri="{FF2B5EF4-FFF2-40B4-BE49-F238E27FC236}">
                  <a16:creationId xmlns:a16="http://schemas.microsoft.com/office/drawing/2014/main" id="{0BEE3A43-7183-4638-A969-2E9EDAE6E948}"/>
                </a:ext>
              </a:extLst>
            </p:cNvPr>
            <p:cNvSpPr>
              <a:spLocks noChangeArrowheads="1"/>
            </p:cNvSpPr>
            <p:nvPr/>
          </p:nvSpPr>
          <p:spPr bwMode="auto">
            <a:xfrm>
              <a:off x="-1355726" y="4497388"/>
              <a:ext cx="166688" cy="166688"/>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a16="http://schemas.microsoft.com/office/drawing/2014/main" id="{BE46341F-1ABF-4F31-B750-ADD12C0EBD75}"/>
                </a:ext>
              </a:extLst>
            </p:cNvPr>
            <p:cNvSpPr>
              <a:spLocks/>
            </p:cNvSpPr>
            <p:nvPr/>
          </p:nvSpPr>
          <p:spPr bwMode="auto">
            <a:xfrm>
              <a:off x="-1346201" y="4518025"/>
              <a:ext cx="147638" cy="125413"/>
            </a:xfrm>
            <a:custGeom>
              <a:avLst/>
              <a:gdLst>
                <a:gd name="T0" fmla="*/ 0 w 186"/>
                <a:gd name="T1" fmla="*/ 160 h 160"/>
                <a:gd name="T2" fmla="*/ 92 w 186"/>
                <a:gd name="T3" fmla="*/ 0 h 160"/>
                <a:gd name="T4" fmla="*/ 186 w 186"/>
                <a:gd name="T5" fmla="*/ 160 h 160"/>
                <a:gd name="T6" fmla="*/ 0 w 186"/>
                <a:gd name="T7" fmla="*/ 160 h 160"/>
              </a:gdLst>
              <a:ahLst/>
              <a:cxnLst>
                <a:cxn ang="0">
                  <a:pos x="T0" y="T1"/>
                </a:cxn>
                <a:cxn ang="0">
                  <a:pos x="T2" y="T3"/>
                </a:cxn>
                <a:cxn ang="0">
                  <a:pos x="T4" y="T5"/>
                </a:cxn>
                <a:cxn ang="0">
                  <a:pos x="T6" y="T7"/>
                </a:cxn>
              </a:cxnLst>
              <a:rect l="0" t="0" r="r" b="b"/>
              <a:pathLst>
                <a:path w="186" h="160">
                  <a:moveTo>
                    <a:pt x="0" y="160"/>
                  </a:moveTo>
                  <a:lnTo>
                    <a:pt x="92" y="0"/>
                  </a:lnTo>
                  <a:lnTo>
                    <a:pt x="186" y="160"/>
                  </a:lnTo>
                  <a:lnTo>
                    <a:pt x="0" y="16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8" name="Down Arrow" hidden="1">
            <a:extLst>
              <a:ext uri="{FF2B5EF4-FFF2-40B4-BE49-F238E27FC236}">
                <a16:creationId xmlns:a16="http://schemas.microsoft.com/office/drawing/2014/main" id="{6A7DED38-4D55-45B5-BD10-E78F36DD1E00}"/>
              </a:ext>
            </a:extLst>
          </p:cNvPr>
          <p:cNvGrpSpPr/>
          <p:nvPr userDrawn="1"/>
        </p:nvGrpSpPr>
        <p:grpSpPr>
          <a:xfrm>
            <a:off x="-1087438" y="3645363"/>
            <a:ext cx="166688" cy="168276"/>
            <a:chOff x="-1087438" y="4494212"/>
            <a:chExt cx="166688" cy="168276"/>
          </a:xfrm>
        </p:grpSpPr>
        <p:sp>
          <p:nvSpPr>
            <p:cNvPr id="49" name="Rectangle 15">
              <a:extLst>
                <a:ext uri="{FF2B5EF4-FFF2-40B4-BE49-F238E27FC236}">
                  <a16:creationId xmlns:a16="http://schemas.microsoft.com/office/drawing/2014/main" id="{48D3E41D-DF20-479D-A5F0-61F102CA30F2}"/>
                </a:ext>
              </a:extLst>
            </p:cNvPr>
            <p:cNvSpPr>
              <a:spLocks noChangeArrowheads="1"/>
            </p:cNvSpPr>
            <p:nvPr/>
          </p:nvSpPr>
          <p:spPr bwMode="auto">
            <a:xfrm>
              <a:off x="-108743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BE633BD7-E0AB-468A-AD19-BA9357F2B8A4}"/>
                </a:ext>
              </a:extLst>
            </p:cNvPr>
            <p:cNvSpPr>
              <a:spLocks/>
            </p:cNvSpPr>
            <p:nvPr/>
          </p:nvSpPr>
          <p:spPr bwMode="auto">
            <a:xfrm>
              <a:off x="-1077913" y="4514850"/>
              <a:ext cx="149225" cy="127000"/>
            </a:xfrm>
            <a:custGeom>
              <a:avLst/>
              <a:gdLst>
                <a:gd name="T0" fmla="*/ 188 w 188"/>
                <a:gd name="T1" fmla="*/ 0 h 162"/>
                <a:gd name="T2" fmla="*/ 94 w 188"/>
                <a:gd name="T3" fmla="*/ 162 h 162"/>
                <a:gd name="T4" fmla="*/ 0 w 188"/>
                <a:gd name="T5" fmla="*/ 0 h 162"/>
                <a:gd name="T6" fmla="*/ 188 w 188"/>
                <a:gd name="T7" fmla="*/ 0 h 162"/>
              </a:gdLst>
              <a:ahLst/>
              <a:cxnLst>
                <a:cxn ang="0">
                  <a:pos x="T0" y="T1"/>
                </a:cxn>
                <a:cxn ang="0">
                  <a:pos x="T2" y="T3"/>
                </a:cxn>
                <a:cxn ang="0">
                  <a:pos x="T4" y="T5"/>
                </a:cxn>
                <a:cxn ang="0">
                  <a:pos x="T6" y="T7"/>
                </a:cxn>
              </a:cxnLst>
              <a:rect l="0" t="0" r="r" b="b"/>
              <a:pathLst>
                <a:path w="188" h="162">
                  <a:moveTo>
                    <a:pt x="188" y="0"/>
                  </a:moveTo>
                  <a:lnTo>
                    <a:pt x="94" y="162"/>
                  </a:lnTo>
                  <a:lnTo>
                    <a:pt x="0" y="0"/>
                  </a:lnTo>
                  <a:lnTo>
                    <a:pt x="18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1" name="Left Arrow" hidden="1">
            <a:extLst>
              <a:ext uri="{FF2B5EF4-FFF2-40B4-BE49-F238E27FC236}">
                <a16:creationId xmlns:a16="http://schemas.microsoft.com/office/drawing/2014/main" id="{901D7BBC-B3F0-42C8-ACDE-5F789A8B55D1}"/>
              </a:ext>
            </a:extLst>
          </p:cNvPr>
          <p:cNvGrpSpPr/>
          <p:nvPr userDrawn="1"/>
        </p:nvGrpSpPr>
        <p:grpSpPr>
          <a:xfrm>
            <a:off x="-827088" y="3645363"/>
            <a:ext cx="166688" cy="168276"/>
            <a:chOff x="-827088" y="4494212"/>
            <a:chExt cx="166688" cy="168276"/>
          </a:xfrm>
        </p:grpSpPr>
        <p:sp>
          <p:nvSpPr>
            <p:cNvPr id="52" name="Rectangle 20">
              <a:extLst>
                <a:ext uri="{FF2B5EF4-FFF2-40B4-BE49-F238E27FC236}">
                  <a16:creationId xmlns:a16="http://schemas.microsoft.com/office/drawing/2014/main" id="{6F580B51-C9A9-4A7A-97E8-24ED98A18EA9}"/>
                </a:ext>
              </a:extLst>
            </p:cNvPr>
            <p:cNvSpPr>
              <a:spLocks noChangeArrowheads="1"/>
            </p:cNvSpPr>
            <p:nvPr/>
          </p:nvSpPr>
          <p:spPr bwMode="auto">
            <a:xfrm>
              <a:off x="-82708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1">
              <a:extLst>
                <a:ext uri="{FF2B5EF4-FFF2-40B4-BE49-F238E27FC236}">
                  <a16:creationId xmlns:a16="http://schemas.microsoft.com/office/drawing/2014/main" id="{7F8E02DC-1C58-4EDD-8907-1104310F1511}"/>
                </a:ext>
              </a:extLst>
            </p:cNvPr>
            <p:cNvSpPr>
              <a:spLocks/>
            </p:cNvSpPr>
            <p:nvPr/>
          </p:nvSpPr>
          <p:spPr bwMode="auto">
            <a:xfrm>
              <a:off x="-806450" y="4503738"/>
              <a:ext cx="127000" cy="149225"/>
            </a:xfrm>
            <a:custGeom>
              <a:avLst/>
              <a:gdLst>
                <a:gd name="T0" fmla="*/ 0 w 162"/>
                <a:gd name="T1" fmla="*/ 0 h 188"/>
                <a:gd name="T2" fmla="*/ 162 w 162"/>
                <a:gd name="T3" fmla="*/ 93 h 188"/>
                <a:gd name="T4" fmla="*/ 0 w 162"/>
                <a:gd name="T5" fmla="*/ 188 h 188"/>
                <a:gd name="T6" fmla="*/ 0 w 162"/>
                <a:gd name="T7" fmla="*/ 0 h 188"/>
              </a:gdLst>
              <a:ahLst/>
              <a:cxnLst>
                <a:cxn ang="0">
                  <a:pos x="T0" y="T1"/>
                </a:cxn>
                <a:cxn ang="0">
                  <a:pos x="T2" y="T3"/>
                </a:cxn>
                <a:cxn ang="0">
                  <a:pos x="T4" y="T5"/>
                </a:cxn>
                <a:cxn ang="0">
                  <a:pos x="T6" y="T7"/>
                </a:cxn>
              </a:cxnLst>
              <a:rect l="0" t="0" r="r" b="b"/>
              <a:pathLst>
                <a:path w="162" h="188">
                  <a:moveTo>
                    <a:pt x="0" y="0"/>
                  </a:moveTo>
                  <a:lnTo>
                    <a:pt x="162" y="93"/>
                  </a:lnTo>
                  <a:lnTo>
                    <a:pt x="0" y="188"/>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7" name="TextBox 6">
            <a:extLst>
              <a:ext uri="{FF2B5EF4-FFF2-40B4-BE49-F238E27FC236}">
                <a16:creationId xmlns:a16="http://schemas.microsoft.com/office/drawing/2014/main" id="{B41CD18D-8684-D540-7EC4-545AD470AAA0}"/>
              </a:ext>
            </a:extLst>
          </p:cNvPr>
          <p:cNvSpPr txBox="1"/>
          <p:nvPr userDrawn="1"/>
        </p:nvSpPr>
        <p:spPr>
          <a:xfrm>
            <a:off x="11351941" y="6601522"/>
            <a:ext cx="0" cy="0"/>
          </a:xfrm>
          <a:prstGeom prst="rect">
            <a:avLst/>
          </a:prstGeom>
          <a:noFill/>
        </p:spPr>
        <p:txBody>
          <a:bodyPr wrap="none" lIns="0" tIns="0" rIns="0" bIns="0" rtlCol="0">
            <a:noAutofit/>
          </a:bodyPr>
          <a:lstStyle/>
          <a:p>
            <a:pPr algn="l"/>
            <a:endParaRPr lang="en-US" dirty="0"/>
          </a:p>
        </p:txBody>
      </p:sp>
    </p:spTree>
    <p:extLst>
      <p:ext uri="{BB962C8B-B14F-4D97-AF65-F5344CB8AC3E}">
        <p14:creationId xmlns:p14="http://schemas.microsoft.com/office/powerpoint/2010/main" val="390609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grpSp>
        <p:nvGrpSpPr>
          <p:cNvPr id="26" name="Cover Elements">
            <a:extLst>
              <a:ext uri="{FF2B5EF4-FFF2-40B4-BE49-F238E27FC236}">
                <a16:creationId xmlns:a16="http://schemas.microsoft.com/office/drawing/2014/main" id="{1224ACC9-980A-4C69-8E65-5311B494F321}"/>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A618169F-4CDE-46AA-96F7-B416E57F0709}"/>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CBRE Vector Logo">
              <a:extLst>
                <a:ext uri="{FF2B5EF4-FFF2-40B4-BE49-F238E27FC236}">
                  <a16:creationId xmlns:a16="http://schemas.microsoft.com/office/drawing/2014/main" id="{DFACBE4C-9738-4AE3-BE90-1B3EBF5DF920}"/>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1" name="Cover Line of Sight">
              <a:extLst>
                <a:ext uri="{FF2B5EF4-FFF2-40B4-BE49-F238E27FC236}">
                  <a16:creationId xmlns:a16="http://schemas.microsoft.com/office/drawing/2014/main" id="{7A628CA9-F3AB-4A6F-8A97-FA21DDE35FDF}"/>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2" name="Left Column Framing">
              <a:extLst>
                <a:ext uri="{FF2B5EF4-FFF2-40B4-BE49-F238E27FC236}">
                  <a16:creationId xmlns:a16="http://schemas.microsoft.com/office/drawing/2014/main" id="{F97E95E0-3D83-407A-A49B-CD3E3599F017}"/>
                </a:ext>
              </a:extLst>
            </p:cNvPr>
            <p:cNvGrpSpPr/>
            <p:nvPr userDrawn="1"/>
          </p:nvGrpSpPr>
          <p:grpSpPr>
            <a:xfrm>
              <a:off x="768096" y="3376613"/>
              <a:ext cx="5029200" cy="3005137"/>
              <a:chOff x="762001" y="3376613"/>
              <a:chExt cx="4064000" cy="3005137"/>
            </a:xfrm>
          </p:grpSpPr>
          <p:cxnSp>
            <p:nvCxnSpPr>
              <p:cNvPr id="34" name="Straight Connector 33">
                <a:extLst>
                  <a:ext uri="{FF2B5EF4-FFF2-40B4-BE49-F238E27FC236}">
                    <a16:creationId xmlns:a16="http://schemas.microsoft.com/office/drawing/2014/main" id="{871DC8A4-C21E-4148-AD1B-BFAD3CDB55BC}"/>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5" name="Straight Connector 34">
                <a:extLst>
                  <a:ext uri="{FF2B5EF4-FFF2-40B4-BE49-F238E27FC236}">
                    <a16:creationId xmlns:a16="http://schemas.microsoft.com/office/drawing/2014/main" id="{B049E05D-EBA4-4BA7-BAF4-13449FBEB925}"/>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33" name="Arrows Disclaimer Text">
              <a:extLst>
                <a:ext uri="{FF2B5EF4-FFF2-40B4-BE49-F238E27FC236}">
                  <a16:creationId xmlns:a16="http://schemas.microsoft.com/office/drawing/2014/main" id="{46B87D5A-C220-4B44-996A-D4F487D5D651}"/>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p:ph sz="quarter" idx="10"/>
          </p:nvPr>
        </p:nvSpPr>
        <p:spPr>
          <a:xfrm>
            <a:off x="768096" y="3432810"/>
            <a:ext cx="5029200" cy="2853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768096" y="382589"/>
            <a:ext cx="9303004" cy="1839118"/>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p:ph type="pic" sz="quarter" idx="15"/>
          </p:nvPr>
        </p:nvSpPr>
        <p:spPr>
          <a:xfrm>
            <a:off x="2628471"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p:ph type="body" sz="quarter" idx="16" hasCustomPrompt="1"/>
          </p:nvPr>
        </p:nvSpPr>
        <p:spPr>
          <a:xfrm>
            <a:off x="2847927"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p:ph type="pic" sz="quarter" idx="17"/>
          </p:nvPr>
        </p:nvSpPr>
        <p:spPr>
          <a:xfrm>
            <a:off x="448884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p:ph type="body" sz="quarter" idx="18" hasCustomPrompt="1"/>
          </p:nvPr>
        </p:nvSpPr>
        <p:spPr>
          <a:xfrm>
            <a:off x="470830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p:ph type="pic" sz="quarter" idx="19"/>
          </p:nvPr>
        </p:nvSpPr>
        <p:spPr>
          <a:xfrm>
            <a:off x="634922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p:ph type="body" sz="quarter" idx="20" hasCustomPrompt="1"/>
          </p:nvPr>
        </p:nvSpPr>
        <p:spPr>
          <a:xfrm>
            <a:off x="656867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7" name="Figure Placeholder 1">
            <a:extLst>
              <a:ext uri="{FF2B5EF4-FFF2-40B4-BE49-F238E27FC236}">
                <a16:creationId xmlns:a16="http://schemas.microsoft.com/office/drawing/2014/main" id="{8B634233-6BBA-4BB2-BCE1-D1D62939DC5C}"/>
              </a:ext>
            </a:extLst>
          </p:cNvPr>
          <p:cNvSpPr>
            <a:spLocks noGrp="1"/>
          </p:cNvSpPr>
          <p:nvPr>
            <p:ph type="body" sz="quarter" idx="23" hasCustomPrompt="1"/>
          </p:nvPr>
        </p:nvSpPr>
        <p:spPr>
          <a:xfrm>
            <a:off x="6348413" y="3453766"/>
            <a:ext cx="5458968" cy="182880"/>
          </a:xfrm>
        </p:spPr>
        <p:txBody>
          <a:bodyPr anchor="t" anchorCtr="0"/>
          <a:lstStyle>
            <a:lvl1pPr>
              <a:defRPr sz="900">
                <a:latin typeface="+mn-lt"/>
              </a:defRPr>
            </a:lvl1pPr>
          </a:lstStyle>
          <a:p>
            <a:pPr lvl="0"/>
            <a:r>
              <a:rPr lang="en-US" dirty="0"/>
              <a:t>FIGURE #: Figure Name</a:t>
            </a:r>
          </a:p>
        </p:txBody>
      </p:sp>
      <p:sp>
        <p:nvSpPr>
          <p:cNvPr id="11" name="Chart Placeholder 1">
            <a:extLst>
              <a:ext uri="{FF2B5EF4-FFF2-40B4-BE49-F238E27FC236}">
                <a16:creationId xmlns:a16="http://schemas.microsoft.com/office/drawing/2014/main" id="{217E9937-27BB-49E0-A3BF-54AA4C2391D3}"/>
              </a:ext>
            </a:extLst>
          </p:cNvPr>
          <p:cNvSpPr>
            <a:spLocks noGrp="1"/>
          </p:cNvSpPr>
          <p:nvPr>
            <p:ph type="chart" sz="quarter" idx="24" hasCustomPrompt="1"/>
          </p:nvPr>
        </p:nvSpPr>
        <p:spPr>
          <a:xfrm>
            <a:off x="6348413" y="3713799"/>
            <a:ext cx="5458968" cy="2494743"/>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22" name="Source Placeholder 1">
            <a:extLst>
              <a:ext uri="{FF2B5EF4-FFF2-40B4-BE49-F238E27FC236}">
                <a16:creationId xmlns:a16="http://schemas.microsoft.com/office/drawing/2014/main" id="{4C10E58A-F754-4D61-85B9-DED10C0D52C4}"/>
              </a:ext>
            </a:extLst>
          </p:cNvPr>
          <p:cNvSpPr>
            <a:spLocks noGrp="1"/>
          </p:cNvSpPr>
          <p:nvPr>
            <p:ph type="body" sz="quarter" idx="25"/>
          </p:nvPr>
        </p:nvSpPr>
        <p:spPr>
          <a:xfrm>
            <a:off x="6348413" y="6286499"/>
            <a:ext cx="5458968" cy="118872"/>
          </a:xfrm>
        </p:spPr>
        <p:txBody>
          <a:bodyPr anchor="b" anchorCtr="0"/>
          <a:lstStyle>
            <a:lvl1pPr>
              <a:defRPr sz="800">
                <a:latin typeface="Calibre Light" panose="020B0303030202060203" pitchFamily="34" charset="0"/>
              </a:defRPr>
            </a:lvl1pPr>
          </a:lstStyle>
          <a:p>
            <a:pPr lvl="0"/>
            <a:r>
              <a:rPr lang="en-US"/>
              <a:t>Click to edit Master text styles</a:t>
            </a:r>
          </a:p>
        </p:txBody>
      </p:sp>
    </p:spTree>
    <p:extLst>
      <p:ext uri="{BB962C8B-B14F-4D97-AF65-F5344CB8AC3E}">
        <p14:creationId xmlns:p14="http://schemas.microsoft.com/office/powerpoint/2010/main" val="72992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ody, 1 Col, 1 Chart">
    <p:spTree>
      <p:nvGrpSpPr>
        <p:cNvPr id="1" name=""/>
        <p:cNvGrpSpPr/>
        <p:nvPr/>
      </p:nvGrpSpPr>
      <p:grpSpPr>
        <a:xfrm>
          <a:off x="0" y="0"/>
          <a:ext cx="0" cy="0"/>
          <a:chOff x="0" y="0"/>
          <a:chExt cx="0" cy="0"/>
        </a:xfrm>
      </p:grpSpPr>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6348414" y="850392"/>
            <a:ext cx="5458968" cy="210312"/>
          </a:xfrm>
        </p:spPr>
        <p:txBody>
          <a:bodyPr anchor="t" anchorCtr="0"/>
          <a:lstStyle>
            <a:lvl1pPr>
              <a:defRPr sz="900">
                <a:latin typeface="+mn-lt"/>
              </a:defRPr>
            </a:lvl1pPr>
          </a:lstStyle>
          <a:p>
            <a:pPr lvl="0"/>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6348413" y="6176170"/>
            <a:ext cx="5458968"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6348413" y="1060704"/>
            <a:ext cx="5458968"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1356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amp;LR - Body, 1 Thin Col, 1 Wide Chart">
    <p:spTree>
      <p:nvGrpSpPr>
        <p:cNvPr id="1" name=""/>
        <p:cNvGrpSpPr/>
        <p:nvPr/>
      </p:nvGrpSpPr>
      <p:grpSpPr>
        <a:xfrm>
          <a:off x="0" y="0"/>
          <a:ext cx="0" cy="0"/>
          <a:chOff x="0" y="0"/>
          <a:chExt cx="0" cy="0"/>
        </a:xfrm>
      </p:grpSpPr>
      <p:sp>
        <p:nvSpPr>
          <p:cNvPr id="11" name="Off-Grid Line" hidden="1">
            <a:extLst>
              <a:ext uri="{FF2B5EF4-FFF2-40B4-BE49-F238E27FC236}">
                <a16:creationId xmlns:a16="http://schemas.microsoft.com/office/drawing/2014/main" id="{431CE637-C2A7-4ACF-975C-820044437C0E}"/>
              </a:ext>
            </a:extLst>
          </p:cNvPr>
          <p:cNvSpPr/>
          <p:nvPr userDrawn="1"/>
        </p:nvSpPr>
        <p:spPr>
          <a:xfrm>
            <a:off x="4865684"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2" name="Alt Ruler">
            <a:extLst>
              <a:ext uri="{FF2B5EF4-FFF2-40B4-BE49-F238E27FC236}">
                <a16:creationId xmlns:a16="http://schemas.microsoft.com/office/drawing/2014/main" id="{A07FC069-07ED-466D-8435-8998D448FAFC}"/>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66764" y="-240316"/>
              <a:ext cx="3597276"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Narrow Text column = 3.93” / 9.98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4864099" y="-240316"/>
              <a:ext cx="6949440"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Wide chart/graph column = 7.6” / 19.30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864101" y="850392"/>
            <a:ext cx="6945693"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359727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864101" y="6176170"/>
            <a:ext cx="6945693"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864100" y="1060704"/>
            <a:ext cx="6945693"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21786898"/>
      </p:ext>
    </p:extLst>
  </p:cSld>
  <p:clrMapOvr>
    <a:masterClrMapping/>
  </p:clrMapOvr>
  <p:extLst>
    <p:ext uri="{DCECCB84-F9BA-43D5-87BE-67443E8EF086}">
      <p15:sldGuideLst xmlns:p15="http://schemas.microsoft.com/office/powerpoint/2012/main">
        <p15:guide id="1" pos="3064" userDrawn="1">
          <p15:clr>
            <a:srgbClr val="FBAE40"/>
          </p15:clr>
        </p15:guide>
        <p15:guide id="2" pos="34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amp;LR - Body, 1 Wide Col, 1 Thin Chart">
    <p:spTree>
      <p:nvGrpSpPr>
        <p:cNvPr id="1" name=""/>
        <p:cNvGrpSpPr/>
        <p:nvPr/>
      </p:nvGrpSpPr>
      <p:grpSpPr>
        <a:xfrm>
          <a:off x="0" y="0"/>
          <a:ext cx="0" cy="0"/>
          <a:chOff x="0" y="0"/>
          <a:chExt cx="0" cy="0"/>
        </a:xfrm>
      </p:grpSpPr>
      <p:sp>
        <p:nvSpPr>
          <p:cNvPr id="12" name="Off-Grid Line" hidden="1">
            <a:extLst>
              <a:ext uri="{FF2B5EF4-FFF2-40B4-BE49-F238E27FC236}">
                <a16:creationId xmlns:a16="http://schemas.microsoft.com/office/drawing/2014/main" id="{91F3AC42-AFB0-4307-9CEF-41D205A8C179}"/>
              </a:ext>
            </a:extLst>
          </p:cNvPr>
          <p:cNvSpPr/>
          <p:nvPr userDrawn="1"/>
        </p:nvSpPr>
        <p:spPr>
          <a:xfrm>
            <a:off x="7154863"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4" name="Alt Ruler">
            <a:extLst>
              <a:ext uri="{FF2B5EF4-FFF2-40B4-BE49-F238E27FC236}">
                <a16:creationId xmlns:a16="http://schemas.microsoft.com/office/drawing/2014/main" id="{CE24581F-BFDC-4C8B-AB49-428177F2D2F6}"/>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707313" y="-240316"/>
              <a:ext cx="4105656"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Narrow chart/graph column = 4.49” / 11.40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766764" y="-240316"/>
              <a:ext cx="639165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Wide text column = 6.99” / 17.75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7707313" y="850392"/>
            <a:ext cx="4102481"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639165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7707313" y="6176170"/>
            <a:ext cx="4102481"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7707313" y="1060704"/>
            <a:ext cx="4102481"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688001271"/>
      </p:ext>
    </p:extLst>
  </p:cSld>
  <p:clrMapOvr>
    <a:masterClrMapping/>
  </p:clrMapOvr>
  <p:extLst>
    <p:ext uri="{DCECCB84-F9BA-43D5-87BE-67443E8EF086}">
      <p15:sldGuideLst xmlns:p15="http://schemas.microsoft.com/office/powerpoint/2012/main">
        <p15:guide id="1" pos="4507" userDrawn="1">
          <p15:clr>
            <a:srgbClr val="FBAE40"/>
          </p15:clr>
        </p15:guide>
        <p15:guide id="2" pos="485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amp;LR - Body, 1 Col, 2 Charts">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F2314808-C353-4800-82D5-1A2375B79499}"/>
              </a:ext>
            </a:extLst>
          </p:cNvPr>
          <p:cNvSpPr>
            <a:spLocks noGrp="1"/>
          </p:cNvSpPr>
          <p:nvPr>
            <p:ph sz="quarter" idx="10"/>
          </p:nvPr>
        </p:nvSpPr>
        <p:spPr>
          <a:xfrm>
            <a:off x="766763"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igure Placeholder 1">
            <a:extLst>
              <a:ext uri="{FF2B5EF4-FFF2-40B4-BE49-F238E27FC236}">
                <a16:creationId xmlns:a16="http://schemas.microsoft.com/office/drawing/2014/main" id="{5524DE41-AD63-4387-9B85-4286CF0F0D25}"/>
              </a:ext>
            </a:extLst>
          </p:cNvPr>
          <p:cNvSpPr>
            <a:spLocks noGrp="1"/>
          </p:cNvSpPr>
          <p:nvPr>
            <p:ph type="body" sz="quarter" idx="11" hasCustomPrompt="1"/>
          </p:nvPr>
        </p:nvSpPr>
        <p:spPr>
          <a:xfrm>
            <a:off x="6348857" y="850392"/>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8" name="Chart Placeholder 1">
            <a:extLst>
              <a:ext uri="{FF2B5EF4-FFF2-40B4-BE49-F238E27FC236}">
                <a16:creationId xmlns:a16="http://schemas.microsoft.com/office/drawing/2014/main" id="{A7C05B7B-A844-462C-BC98-BA275B3C6704}"/>
              </a:ext>
            </a:extLst>
          </p:cNvPr>
          <p:cNvSpPr>
            <a:spLocks noGrp="1"/>
          </p:cNvSpPr>
          <p:nvPr>
            <p:ph type="chart" sz="quarter" idx="12" hasCustomPrompt="1"/>
          </p:nvPr>
        </p:nvSpPr>
        <p:spPr>
          <a:xfrm>
            <a:off x="6348857" y="1060703"/>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a:p>
            <a:endParaRPr lang="en-US" dirty="0"/>
          </a:p>
        </p:txBody>
      </p:sp>
      <p:sp>
        <p:nvSpPr>
          <p:cNvPr id="10" name="Source Placeholder 1">
            <a:extLst>
              <a:ext uri="{FF2B5EF4-FFF2-40B4-BE49-F238E27FC236}">
                <a16:creationId xmlns:a16="http://schemas.microsoft.com/office/drawing/2014/main" id="{D63015F6-F9E6-4E51-A09B-349CE60ACF55}"/>
              </a:ext>
            </a:extLst>
          </p:cNvPr>
          <p:cNvSpPr>
            <a:spLocks noGrp="1"/>
          </p:cNvSpPr>
          <p:nvPr>
            <p:ph type="body" sz="quarter" idx="13" hasCustomPrompt="1"/>
          </p:nvPr>
        </p:nvSpPr>
        <p:spPr>
          <a:xfrm>
            <a:off x="6348857" y="3314700"/>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
        <p:nvSpPr>
          <p:cNvPr id="5" name="Figure Placeholder 2">
            <a:extLst>
              <a:ext uri="{FF2B5EF4-FFF2-40B4-BE49-F238E27FC236}">
                <a16:creationId xmlns:a16="http://schemas.microsoft.com/office/drawing/2014/main" id="{599A623B-9970-4504-B215-C52CAA845589}"/>
              </a:ext>
            </a:extLst>
          </p:cNvPr>
          <p:cNvSpPr>
            <a:spLocks noGrp="1"/>
          </p:cNvSpPr>
          <p:nvPr>
            <p:ph type="body" sz="quarter" idx="14" hasCustomPrompt="1"/>
          </p:nvPr>
        </p:nvSpPr>
        <p:spPr>
          <a:xfrm>
            <a:off x="6348857" y="3723355"/>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9" name="Chart Placeholder 2">
            <a:extLst>
              <a:ext uri="{FF2B5EF4-FFF2-40B4-BE49-F238E27FC236}">
                <a16:creationId xmlns:a16="http://schemas.microsoft.com/office/drawing/2014/main" id="{698AECD4-FF97-491D-B7A4-A688AB0EDB38}"/>
              </a:ext>
            </a:extLst>
          </p:cNvPr>
          <p:cNvSpPr>
            <a:spLocks noGrp="1"/>
          </p:cNvSpPr>
          <p:nvPr>
            <p:ph type="chart" sz="quarter" idx="15" hasCustomPrompt="1"/>
          </p:nvPr>
        </p:nvSpPr>
        <p:spPr>
          <a:xfrm>
            <a:off x="6348857" y="3933667"/>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12" name="Source Placeholder 2">
            <a:extLst>
              <a:ext uri="{FF2B5EF4-FFF2-40B4-BE49-F238E27FC236}">
                <a16:creationId xmlns:a16="http://schemas.microsoft.com/office/drawing/2014/main" id="{B542CCEE-043A-4432-8DA5-8EA228765BAE}"/>
              </a:ext>
            </a:extLst>
          </p:cNvPr>
          <p:cNvSpPr>
            <a:spLocks noGrp="1"/>
          </p:cNvSpPr>
          <p:nvPr>
            <p:ph type="body" sz="quarter" idx="16" hasCustomPrompt="1"/>
          </p:nvPr>
        </p:nvSpPr>
        <p:spPr>
          <a:xfrm>
            <a:off x="6348857" y="6167438"/>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Tree>
    <p:extLst>
      <p:ext uri="{BB962C8B-B14F-4D97-AF65-F5344CB8AC3E}">
        <p14:creationId xmlns:p14="http://schemas.microsoft.com/office/powerpoint/2010/main" val="10554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mp;LR - Body, 2 Col">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7614"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299EE05-F9C5-4A94-AE7B-2F1F49292775}"/>
              </a:ext>
            </a:extLst>
          </p:cNvPr>
          <p:cNvSpPr>
            <a:spLocks noGrp="1"/>
          </p:cNvSpPr>
          <p:nvPr>
            <p:ph sz="quarter" idx="12"/>
          </p:nvPr>
        </p:nvSpPr>
        <p:spPr>
          <a:xfrm>
            <a:off x="6351270" y="850392"/>
            <a:ext cx="5458968"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325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mp;LR - Bod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1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mp;LR - Back, Map Portrait">
    <p:spTree>
      <p:nvGrpSpPr>
        <p:cNvPr id="1" name=""/>
        <p:cNvGrpSpPr/>
        <p:nvPr/>
      </p:nvGrpSpPr>
      <p:grpSpPr>
        <a:xfrm>
          <a:off x="0" y="0"/>
          <a:ext cx="0" cy="0"/>
          <a:chOff x="0" y="0"/>
          <a:chExt cx="0" cy="0"/>
        </a:xfrm>
      </p:grpSpPr>
      <p:sp>
        <p:nvSpPr>
          <p:cNvPr id="12" name="Contact">
            <a:extLst>
              <a:ext uri="{FF2B5EF4-FFF2-40B4-BE49-F238E27FC236}">
                <a16:creationId xmlns:a16="http://schemas.microsoft.com/office/drawing/2014/main" id="{2BFDECD6-25C8-46CF-A163-5FB67327F86E}"/>
              </a:ext>
            </a:extLst>
          </p:cNvPr>
          <p:cNvSpPr txBox="1"/>
          <p:nvPr userDrawn="1"/>
        </p:nvSpPr>
        <p:spPr>
          <a:xfrm>
            <a:off x="768096" y="859536"/>
            <a:ext cx="4526280" cy="128058"/>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Market Area Overview</a:t>
            </a:r>
          </a:p>
        </p:txBody>
      </p:sp>
      <p:sp>
        <p:nvSpPr>
          <p:cNvPr id="5" name="Picture Placeholder 1">
            <a:extLst>
              <a:ext uri="{FF2B5EF4-FFF2-40B4-BE49-F238E27FC236}">
                <a16:creationId xmlns:a16="http://schemas.microsoft.com/office/drawing/2014/main" id="{DAB4C040-2151-4C92-BDA1-D3D439FEC791}"/>
              </a:ext>
            </a:extLst>
          </p:cNvPr>
          <p:cNvSpPr>
            <a:spLocks noGrp="1"/>
          </p:cNvSpPr>
          <p:nvPr>
            <p:ph type="pic" sz="quarter" idx="16" hasCustomPrompt="1"/>
          </p:nvPr>
        </p:nvSpPr>
        <p:spPr>
          <a:xfrm>
            <a:off x="768096" y="1123948"/>
            <a:ext cx="5458306" cy="4313240"/>
          </a:xfrm>
          <a:solidFill>
            <a:schemeClr val="accent3"/>
          </a:solidFill>
        </p:spPr>
        <p:txBody>
          <a:bodyPr anchor="ctr" anchorCtr="0"/>
          <a:lstStyle>
            <a:lvl1pPr algn="ctr">
              <a:defRPr/>
            </a:lvl1pPr>
          </a:lstStyle>
          <a:p>
            <a:r>
              <a:rPr lang="en-US" dirty="0"/>
              <a:t>Click to add picture</a:t>
            </a:r>
          </a:p>
        </p:txBody>
      </p:sp>
      <p:sp>
        <p:nvSpPr>
          <p:cNvPr id="14" name="Content Placeholder 2">
            <a:extLst>
              <a:ext uri="{FF2B5EF4-FFF2-40B4-BE49-F238E27FC236}">
                <a16:creationId xmlns:a16="http://schemas.microsoft.com/office/drawing/2014/main" id="{A2F70029-A94E-4EFA-95C4-60BBD34237DD}"/>
              </a:ext>
            </a:extLst>
          </p:cNvPr>
          <p:cNvSpPr>
            <a:spLocks noGrp="1"/>
          </p:cNvSpPr>
          <p:nvPr>
            <p:ph sz="quarter" idx="17"/>
          </p:nvPr>
        </p:nvSpPr>
        <p:spPr>
          <a:xfrm>
            <a:off x="6349517" y="1123947"/>
            <a:ext cx="5458307" cy="2231319"/>
          </a:xfrm>
          <a:solidFill>
            <a:srgbClr val="F6F6F6"/>
          </a:solidFill>
        </p:spPr>
        <p:txBody>
          <a:bodyPr lIns="91440" tIns="54864" rIns="73152" bIns="54864"/>
          <a:lstStyle>
            <a:lvl1pPr>
              <a:spcBef>
                <a:spcPts val="1200"/>
              </a:spcBef>
              <a:defRPr sz="1100">
                <a:solidFill>
                  <a:schemeClr val="accent6"/>
                </a:solidFill>
                <a:latin typeface="Calibre Medium" panose="020B0603030202060203" pitchFamily="34" charset="0"/>
              </a:defRPr>
            </a:lvl1pPr>
            <a:lvl2pPr>
              <a:spcBef>
                <a:spcPts val="600"/>
              </a:spcBef>
              <a:spcAft>
                <a:spcPts val="0"/>
              </a:spcAft>
              <a:defRPr sz="950"/>
            </a:lvl2pPr>
            <a:lvl3pPr marL="115888" indent="-115888">
              <a:spcBef>
                <a:spcPts val="300"/>
              </a:spcBef>
              <a:buFont typeface="Calibre Light" panose="020B0303030202060203" pitchFamily="34" charset="0"/>
              <a:buChar char="–"/>
              <a:defRPr sz="950">
                <a:solidFill>
                  <a:schemeClr val="tx1"/>
                </a:solidFill>
                <a:latin typeface="Calibre Light" panose="020B0303030202060203" pitchFamily="34" charset="0"/>
              </a:defRPr>
            </a:lvl3pPr>
          </a:lstStyle>
          <a:p>
            <a:pPr lvl="0"/>
            <a:r>
              <a:rPr lang="en-US"/>
              <a:t>Click to edit Master text styles</a:t>
            </a:r>
          </a:p>
          <a:p>
            <a:pPr lvl="1"/>
            <a:r>
              <a:rPr lang="en-US"/>
              <a:t>Second level</a:t>
            </a:r>
          </a:p>
          <a:p>
            <a:pPr lvl="2"/>
            <a:r>
              <a:rPr lang="en-US"/>
              <a:t>Third level</a:t>
            </a:r>
          </a:p>
        </p:txBody>
      </p:sp>
      <p:cxnSp>
        <p:nvCxnSpPr>
          <p:cNvPr id="23" name="Contacts Light Grey Line">
            <a:extLst>
              <a:ext uri="{FF2B5EF4-FFF2-40B4-BE49-F238E27FC236}">
                <a16:creationId xmlns:a16="http://schemas.microsoft.com/office/drawing/2014/main" id="{D3566777-E4A9-0A46-A488-CC1070870A92}"/>
              </a:ext>
            </a:extLst>
          </p:cNvPr>
          <p:cNvCxnSpPr>
            <a:cxnSpLocks/>
          </p:cNvCxnSpPr>
          <p:nvPr userDrawn="1"/>
        </p:nvCxnSpPr>
        <p:spPr>
          <a:xfrm>
            <a:off x="766763" y="7239000"/>
            <a:ext cx="1104106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Footer Cover">
            <a:extLst>
              <a:ext uri="{FF2B5EF4-FFF2-40B4-BE49-F238E27FC236}">
                <a16:creationId xmlns:a16="http://schemas.microsoft.com/office/drawing/2014/main" id="{7BCC04B1-54A5-674D-B4AF-06032E5B50A2}"/>
              </a:ext>
            </a:extLst>
          </p:cNvPr>
          <p:cNvSpPr/>
          <p:nvPr userDrawn="1"/>
        </p:nvSpPr>
        <p:spPr>
          <a:xfrm>
            <a:off x="0" y="6281738"/>
            <a:ext cx="12192000" cy="5762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Contact">
            <a:extLst>
              <a:ext uri="{FF2B5EF4-FFF2-40B4-BE49-F238E27FC236}">
                <a16:creationId xmlns:a16="http://schemas.microsoft.com/office/drawing/2014/main" id="{7CA1D86A-9319-6A4D-B243-295275A29AD4}"/>
              </a:ext>
            </a:extLst>
          </p:cNvPr>
          <p:cNvSpPr txBox="1"/>
          <p:nvPr userDrawn="1"/>
        </p:nvSpPr>
        <p:spPr>
          <a:xfrm>
            <a:off x="6350077" y="3429000"/>
            <a:ext cx="2666923" cy="146683"/>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Contacts</a:t>
            </a:r>
          </a:p>
        </p:txBody>
      </p:sp>
      <p:sp>
        <p:nvSpPr>
          <p:cNvPr id="25" name="CBRE Vector Logo">
            <a:extLst>
              <a:ext uri="{FF2B5EF4-FFF2-40B4-BE49-F238E27FC236}">
                <a16:creationId xmlns:a16="http://schemas.microsoft.com/office/drawing/2014/main" id="{5440DB35-F2FA-434B-8F4B-3CCF9DD9AFD1}"/>
              </a:ext>
            </a:extLst>
          </p:cNvPr>
          <p:cNvSpPr>
            <a:spLocks noChangeAspect="1"/>
          </p:cNvSpPr>
          <p:nvPr userDrawn="1"/>
        </p:nvSpPr>
        <p:spPr>
          <a:xfrm>
            <a:off x="10893425" y="6370474"/>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dirty="0"/>
          </a:p>
        </p:txBody>
      </p:sp>
      <p:sp>
        <p:nvSpPr>
          <p:cNvPr id="26" name="slide_master_final_copyright">
            <a:extLst>
              <a:ext uri="{FF2B5EF4-FFF2-40B4-BE49-F238E27FC236}">
                <a16:creationId xmlns:a16="http://schemas.microsoft.com/office/drawing/2014/main" id="{F56DEEE1-982D-0D4B-AF8C-986AE25CF035}"/>
              </a:ext>
            </a:extLst>
          </p:cNvPr>
          <p:cNvSpPr txBox="1">
            <a:spLocks/>
          </p:cNvSpPr>
          <p:nvPr userDrawn="1"/>
        </p:nvSpPr>
        <p:spPr>
          <a:xfrm>
            <a:off x="766762" y="5734051"/>
            <a:ext cx="9742488" cy="859175"/>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chemeClr val="bg1"/>
                </a:solidFill>
                <a:latin typeface="Barlow Condensed Light" panose="00000406000000000000" pitchFamily="2" charset="0"/>
              </a:rPr>
              <a:t>© 2024 CBRE, Inc. All rights reserved. This information has been obtained from sources believed reliable but has not been verified for accuracy or completeness. CBRE, Inc. makes no guarantee, representation or warranty and accepts no responsibility or liability as to the accuracy, completeness, or reliability of the information contained herein. You should conduct a careful, independent investigation of the property and verify all information. Any reliance on this information is solely at your own risk. CBRE and the CBRE logo are service marks of CBRE, Inc. All other marks displayed on this document are the property of their respective owners, and the use of such marks does not imply any affiliation with or endorsement of CBRE. Photos herein are the property of their respective owners. Use of these images without the express written consent of the owner is prohibited.</a:t>
            </a:r>
          </a:p>
        </p:txBody>
      </p:sp>
      <p:sp>
        <p:nvSpPr>
          <p:cNvPr id="30" name="Contact Placeholder 1">
            <a:extLst>
              <a:ext uri="{FF2B5EF4-FFF2-40B4-BE49-F238E27FC236}">
                <a16:creationId xmlns:a16="http://schemas.microsoft.com/office/drawing/2014/main" id="{AAF1E6E5-D909-8348-B3E1-3ED63EC3674B}"/>
              </a:ext>
            </a:extLst>
          </p:cNvPr>
          <p:cNvSpPr>
            <a:spLocks noGrp="1"/>
          </p:cNvSpPr>
          <p:nvPr>
            <p:ph type="body" sz="quarter" idx="10" hasCustomPrompt="1"/>
          </p:nvPr>
        </p:nvSpPr>
        <p:spPr>
          <a:xfrm>
            <a:off x="6349518"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1" name="Contact Placeholder 2">
            <a:extLst>
              <a:ext uri="{FF2B5EF4-FFF2-40B4-BE49-F238E27FC236}">
                <a16:creationId xmlns:a16="http://schemas.microsoft.com/office/drawing/2014/main" id="{6693F325-61F3-2C4E-B9F8-4D8CDD6C2683}"/>
              </a:ext>
            </a:extLst>
          </p:cNvPr>
          <p:cNvSpPr>
            <a:spLocks noGrp="1"/>
          </p:cNvSpPr>
          <p:nvPr>
            <p:ph type="body" sz="quarter" idx="11" hasCustomPrompt="1"/>
          </p:nvPr>
        </p:nvSpPr>
        <p:spPr>
          <a:xfrm>
            <a:off x="8209992"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2" name="Contact Placeholder 3">
            <a:extLst>
              <a:ext uri="{FF2B5EF4-FFF2-40B4-BE49-F238E27FC236}">
                <a16:creationId xmlns:a16="http://schemas.microsoft.com/office/drawing/2014/main" id="{0EC0E303-8C08-DA40-BAF5-E4149BB945EA}"/>
              </a:ext>
            </a:extLst>
          </p:cNvPr>
          <p:cNvSpPr>
            <a:spLocks noGrp="1"/>
          </p:cNvSpPr>
          <p:nvPr>
            <p:ph type="body" sz="quarter" idx="12" hasCustomPrompt="1"/>
          </p:nvPr>
        </p:nvSpPr>
        <p:spPr>
          <a:xfrm>
            <a:off x="10070466"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3" name="Contact Placeholder 4">
            <a:extLst>
              <a:ext uri="{FF2B5EF4-FFF2-40B4-BE49-F238E27FC236}">
                <a16:creationId xmlns:a16="http://schemas.microsoft.com/office/drawing/2014/main" id="{FE31099E-7C78-FD49-8B70-C430C6E88498}"/>
              </a:ext>
            </a:extLst>
          </p:cNvPr>
          <p:cNvSpPr>
            <a:spLocks noGrp="1"/>
          </p:cNvSpPr>
          <p:nvPr>
            <p:ph type="body" sz="quarter" idx="13" hasCustomPrompt="1"/>
          </p:nvPr>
        </p:nvSpPr>
        <p:spPr>
          <a:xfrm>
            <a:off x="6349518"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4" name="Contact Placeholder 5">
            <a:extLst>
              <a:ext uri="{FF2B5EF4-FFF2-40B4-BE49-F238E27FC236}">
                <a16:creationId xmlns:a16="http://schemas.microsoft.com/office/drawing/2014/main" id="{FDC69782-42C5-6744-9C8A-5DC8B5E55E0A}"/>
              </a:ext>
            </a:extLst>
          </p:cNvPr>
          <p:cNvSpPr>
            <a:spLocks noGrp="1"/>
          </p:cNvSpPr>
          <p:nvPr>
            <p:ph type="body" sz="quarter" idx="14" hasCustomPrompt="1"/>
          </p:nvPr>
        </p:nvSpPr>
        <p:spPr>
          <a:xfrm>
            <a:off x="8209992"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5" name="Contact Placeholder 6">
            <a:extLst>
              <a:ext uri="{FF2B5EF4-FFF2-40B4-BE49-F238E27FC236}">
                <a16:creationId xmlns:a16="http://schemas.microsoft.com/office/drawing/2014/main" id="{B9881CC6-F9FC-A846-9A5A-B01515D010FE}"/>
              </a:ext>
            </a:extLst>
          </p:cNvPr>
          <p:cNvSpPr>
            <a:spLocks noGrp="1"/>
          </p:cNvSpPr>
          <p:nvPr>
            <p:ph type="body" sz="quarter" idx="15" hasCustomPrompt="1"/>
          </p:nvPr>
        </p:nvSpPr>
        <p:spPr>
          <a:xfrm>
            <a:off x="10070465"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Tree>
    <p:extLst>
      <p:ext uri="{BB962C8B-B14F-4D97-AF65-F5344CB8AC3E}">
        <p14:creationId xmlns:p14="http://schemas.microsoft.com/office/powerpoint/2010/main" val="55761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0"/>
            <a:ext cx="12864211" cy="7009759"/>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Page Number">
            <a:extLst>
              <a:ext uri="{FF2B5EF4-FFF2-40B4-BE49-F238E27FC236}">
                <a16:creationId xmlns:a16="http://schemas.microsoft.com/office/drawing/2014/main" id="{E58E7509-6F56-4384-96C9-87A36BA2BC0F}"/>
              </a:ext>
            </a:extLst>
          </p:cNvPr>
          <p:cNvSpPr txBox="1"/>
          <p:nvPr userDrawn="1"/>
        </p:nvSpPr>
        <p:spPr>
          <a:xfrm>
            <a:off x="228600" y="6574822"/>
            <a:ext cx="252984" cy="182880"/>
          </a:xfrm>
          <a:prstGeom prst="rect">
            <a:avLst/>
          </a:prstGeom>
          <a:noFill/>
        </p:spPr>
        <p:txBody>
          <a:bodyPr wrap="square" lIns="0" tIns="0" rIns="0" bIns="0" anchor="t" anchorCtr="0">
            <a:noAutofit/>
          </a:bodyPr>
          <a:lstStyle/>
          <a:p>
            <a:pPr marL="0" algn="l" defTabSz="914400" rtl="0" eaLnBrk="1" latinLnBrk="0" hangingPunct="1"/>
            <a:fld id="{1C89B4D1-E1CE-4E79-B913-C04DDECCCBCD}" type="slidenum">
              <a:rPr lang="en-US" sz="800" b="0" kern="1200" cap="none" baseline="0" smtClean="0">
                <a:solidFill>
                  <a:schemeClr val="tx1"/>
                </a:solidFill>
                <a:latin typeface="Calibre Medium" panose="020B0603030202060203" pitchFamily="34" charset="0"/>
                <a:ea typeface="+mn-ea"/>
                <a:cs typeface="+mn-cs"/>
              </a:rPr>
              <a:pPr marL="0" algn="l" defTabSz="914400" rtl="0" eaLnBrk="1" latinLnBrk="0" hangingPunct="1"/>
              <a:t>‹#›</a:t>
            </a:fld>
            <a:endParaRPr lang="en-US" sz="800" b="0" kern="1200" cap="none" baseline="0" dirty="0">
              <a:solidFill>
                <a:schemeClr val="tx1"/>
              </a:solidFill>
              <a:latin typeface="Calibre Medium" panose="020B0603030202060203" pitchFamily="34" charset="0"/>
              <a:ea typeface="+mn-ea"/>
              <a:cs typeface="+mn-cs"/>
            </a:endParaRPr>
          </a:p>
        </p:txBody>
      </p:sp>
      <p:grpSp>
        <p:nvGrpSpPr>
          <p:cNvPr id="77" name="Footer">
            <a:extLst>
              <a:ext uri="{FF2B5EF4-FFF2-40B4-BE49-F238E27FC236}">
                <a16:creationId xmlns:a16="http://schemas.microsoft.com/office/drawing/2014/main" id="{794FC825-FCAD-4F8A-B30D-A425D5193B83}"/>
              </a:ext>
            </a:extLst>
          </p:cNvPr>
          <p:cNvGrpSpPr/>
          <p:nvPr userDrawn="1"/>
        </p:nvGrpSpPr>
        <p:grpSpPr>
          <a:xfrm>
            <a:off x="768096" y="6473825"/>
            <a:ext cx="11039729" cy="283877"/>
            <a:chOff x="762000" y="6473825"/>
            <a:chExt cx="11039729" cy="283877"/>
          </a:xfrm>
        </p:grpSpPr>
        <p:sp>
          <p:nvSpPr>
            <p:cNvPr id="6" name="CBRE Research">
              <a:extLst>
                <a:ext uri="{FF2B5EF4-FFF2-40B4-BE49-F238E27FC236}">
                  <a16:creationId xmlns:a16="http://schemas.microsoft.com/office/drawing/2014/main" id="{F635EDC6-6E44-4FEB-ADC2-DD75954004E7}"/>
                </a:ext>
              </a:extLst>
            </p:cNvPr>
            <p:cNvSpPr txBox="1"/>
            <p:nvPr userDrawn="1"/>
          </p:nvSpPr>
          <p:spPr>
            <a:xfrm>
              <a:off x="762000" y="6574822"/>
              <a:ext cx="3346956" cy="182880"/>
            </a:xfrm>
            <a:prstGeom prst="rect">
              <a:avLst/>
            </a:prstGeom>
            <a:noFill/>
          </p:spPr>
          <p:txBody>
            <a:bodyPr wrap="square" lIns="0" tIns="0" rIns="0" bIns="0" anchor="t" anchorCtr="0">
              <a:noAutofit/>
            </a:bodyPr>
            <a:lstStyle/>
            <a:p>
              <a:pPr marL="0" algn="l" defTabSz="914400" rtl="0" eaLnBrk="1" latinLnBrk="0" hangingPunct="1"/>
              <a:r>
                <a:rPr lang="en-US" sz="800" b="0" kern="1200" cap="none" baseline="0" dirty="0">
                  <a:solidFill>
                    <a:schemeClr val="tx1"/>
                  </a:solidFill>
                  <a:latin typeface="+mn-lt"/>
                  <a:ea typeface="+mn-ea"/>
                  <a:cs typeface="+mn-cs"/>
                </a:rPr>
                <a:t>CBRE RESEARCH</a:t>
              </a:r>
            </a:p>
          </p:txBody>
        </p:sp>
        <p:sp>
          <p:nvSpPr>
            <p:cNvPr id="47" name="slide_master_copyright_text">
              <a:extLst>
                <a:ext uri="{FF2B5EF4-FFF2-40B4-BE49-F238E27FC236}">
                  <a16:creationId xmlns:a16="http://schemas.microsoft.com/office/drawing/2014/main" id="{775877FA-47A7-074A-A59F-509C3A7E2AE0}"/>
                </a:ext>
              </a:extLst>
            </p:cNvPr>
            <p:cNvSpPr txBox="1">
              <a:spLocks/>
            </p:cNvSpPr>
            <p:nvPr userDrawn="1"/>
          </p:nvSpPr>
          <p:spPr>
            <a:xfrm>
              <a:off x="5197092"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dirty="0">
                  <a:solidFill>
                    <a:schemeClr val="tx1"/>
                  </a:solidFill>
                  <a:latin typeface="Calibre Light" panose="020B0303030202060203" pitchFamily="34" charset="0"/>
                  <a:ea typeface="+mn-ea"/>
                  <a:cs typeface="+mn-cs"/>
                </a:rPr>
                <a:t>© 2026 CBRE, INC</a:t>
              </a:r>
              <a:r>
                <a:rPr lang="en-US" sz="900" spc="20" dirty="0">
                  <a:solidFill>
                    <a:srgbClr val="435154"/>
                  </a:solidFill>
                  <a:latin typeface="Calibre Light" panose="020B0303030202060203" pitchFamily="34" charset="0"/>
                </a:rPr>
                <a:t>.</a:t>
              </a:r>
            </a:p>
          </p:txBody>
        </p:sp>
        <p:cxnSp>
          <p:nvCxnSpPr>
            <p:cNvPr id="70" name="Footer Line">
              <a:extLst>
                <a:ext uri="{FF2B5EF4-FFF2-40B4-BE49-F238E27FC236}">
                  <a16:creationId xmlns:a16="http://schemas.microsoft.com/office/drawing/2014/main" id="{13F247F2-8644-430C-8581-A80E4A80498F}"/>
                </a:ext>
              </a:extLst>
            </p:cNvPr>
            <p:cNvCxnSpPr>
              <a:cxnSpLocks/>
            </p:cNvCxnSpPr>
            <p:nvPr userDrawn="1"/>
          </p:nvCxnSpPr>
          <p:spPr>
            <a:xfrm>
              <a:off x="762000" y="6473825"/>
              <a:ext cx="11039729" cy="127"/>
            </a:xfrm>
            <a:prstGeom prst="line">
              <a:avLst/>
            </a:prstGeom>
            <a:noFill/>
            <a:ln w="6350" cap="flat" cmpd="sng" algn="ctr">
              <a:solidFill>
                <a:schemeClr val="accent3"/>
              </a:solidFill>
              <a:prstDash val="solid"/>
              <a:miter lim="800000"/>
            </a:ln>
            <a:effectLst/>
          </p:spPr>
        </p:cxnSp>
      </p:grpSp>
      <p:grpSp>
        <p:nvGrpSpPr>
          <p:cNvPr id="76" name="Header">
            <a:extLst>
              <a:ext uri="{FF2B5EF4-FFF2-40B4-BE49-F238E27FC236}">
                <a16:creationId xmlns:a16="http://schemas.microsoft.com/office/drawing/2014/main" id="{0B5031F0-DD6A-481E-86DF-C1DF2F56DD57}"/>
              </a:ext>
            </a:extLst>
          </p:cNvPr>
          <p:cNvGrpSpPr/>
          <p:nvPr userDrawn="1"/>
        </p:nvGrpSpPr>
        <p:grpSpPr>
          <a:xfrm>
            <a:off x="768096" y="0"/>
            <a:ext cx="11039729" cy="381001"/>
            <a:chOff x="762000" y="0"/>
            <a:chExt cx="11039729" cy="381001"/>
          </a:xfrm>
        </p:grpSpPr>
        <p:cxnSp>
          <p:nvCxnSpPr>
            <p:cNvPr id="49" name="Header Line">
              <a:extLst>
                <a:ext uri="{FF2B5EF4-FFF2-40B4-BE49-F238E27FC236}">
                  <a16:creationId xmlns:a16="http://schemas.microsoft.com/office/drawing/2014/main" id="{EBE18448-C27C-3145-8EBB-DBCA94FDB076}"/>
                </a:ext>
              </a:extLst>
            </p:cNvPr>
            <p:cNvCxnSpPr>
              <a:cxnSpLocks/>
            </p:cNvCxnSpPr>
            <p:nvPr userDrawn="1"/>
          </p:nvCxnSpPr>
          <p:spPr>
            <a:xfrm flipV="1">
              <a:off x="762000" y="379414"/>
              <a:ext cx="11039729" cy="1587"/>
            </a:xfrm>
            <a:prstGeom prst="line">
              <a:avLst/>
            </a:prstGeom>
            <a:noFill/>
            <a:ln w="6350" cap="flat" cmpd="sng" algn="ctr">
              <a:solidFill>
                <a:schemeClr val="accent3"/>
              </a:solidFill>
              <a:prstDash val="solid"/>
              <a:miter lim="800000"/>
            </a:ln>
            <a:effectLst/>
          </p:spPr>
        </p:cxnSp>
        <p:sp>
          <p:nvSpPr>
            <p:cNvPr id="50" name="slide_master_market_sector_period_header_text">
              <a:extLst>
                <a:ext uri="{FF2B5EF4-FFF2-40B4-BE49-F238E27FC236}">
                  <a16:creationId xmlns:a16="http://schemas.microsoft.com/office/drawing/2014/main" id="{CF14C74D-458C-D14A-8042-4BC1C9306195}"/>
                </a:ext>
              </a:extLst>
            </p:cNvPr>
            <p:cNvSpPr txBox="1">
              <a:spLocks/>
            </p:cNvSpPr>
            <p:nvPr userDrawn="1"/>
          </p:nvSpPr>
          <p:spPr>
            <a:xfrm>
              <a:off x="766763" y="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FIGURES | [MARKET] [SECTOR] | Q4 2024</a:t>
              </a:r>
            </a:p>
          </p:txBody>
        </p:sp>
      </p:grp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768095" y="1936750"/>
            <a:ext cx="11039729" cy="4343587"/>
          </a:xfrm>
          <a:prstGeom prst="rect">
            <a:avLst/>
          </a:prstGeom>
        </p:spPr>
        <p:txBody>
          <a:bodyPr vert="horz" lIns="0" tIns="0" rIns="72000" bIns="0" rtlCol="0">
            <a:noAutofit/>
          </a:bodyPr>
          <a:lstStyle/>
          <a:p>
            <a:pPr lvl="0"/>
            <a:r>
              <a:rPr lang="en-US" dirty="0"/>
              <a:t>Heading (level 1)</a:t>
            </a:r>
          </a:p>
          <a:p>
            <a:pPr lvl="1"/>
            <a:r>
              <a:rPr lang="en-US" dirty="0"/>
              <a:t>Intro Text (level 2)</a:t>
            </a:r>
          </a:p>
          <a:p>
            <a:pPr lvl="2"/>
            <a:r>
              <a:rPr lang="en-US" dirty="0"/>
              <a:t>Subhead A (level 3)</a:t>
            </a:r>
          </a:p>
          <a:p>
            <a:pPr lvl="3"/>
            <a:r>
              <a:rPr lang="en-US" dirty="0"/>
              <a:t>Body Text (level 4)</a:t>
            </a:r>
          </a:p>
          <a:p>
            <a:pPr lvl="4"/>
            <a:r>
              <a:rPr lang="en-US" dirty="0"/>
              <a:t>Body Bullet (level 5)</a:t>
            </a:r>
          </a:p>
          <a:p>
            <a:pPr lvl="5"/>
            <a:r>
              <a:rPr lang="en-US" dirty="0"/>
              <a:t>Body Sub-bullet (level 6)</a:t>
            </a:r>
          </a:p>
          <a:p>
            <a:pPr lvl="6"/>
            <a:r>
              <a:rPr lang="en-US" dirty="0"/>
              <a:t>Subhead B (level 7)</a:t>
            </a:r>
          </a:p>
          <a:p>
            <a:pPr lvl="7"/>
            <a:r>
              <a:rPr lang="en-US" dirty="0"/>
              <a:t>Caption (level 8)</a:t>
            </a:r>
          </a:p>
          <a:p>
            <a:pPr lvl="8"/>
            <a:r>
              <a:rPr lang="en-US" dirty="0"/>
              <a:t>Caption copy (level 9)</a:t>
            </a:r>
          </a:p>
        </p:txBody>
      </p:sp>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768096" y="1086196"/>
            <a:ext cx="11039727" cy="443346"/>
          </a:xfrm>
          <a:prstGeom prst="rect">
            <a:avLst/>
          </a:prstGeom>
        </p:spPr>
        <p:txBody>
          <a:bodyPr vert="horz" lIns="0" tIns="0" rIns="0" bIns="0" rtlCol="0" anchor="t" anchorCtr="0">
            <a:noAutofit/>
          </a:bodyPr>
          <a:lstStyle/>
          <a:p>
            <a:r>
              <a:rPr lang="en-US"/>
              <a:t>Click to edit Master title style</a:t>
            </a:r>
            <a:endParaRPr lang="en-US" dirty="0"/>
          </a:p>
        </p:txBody>
      </p:sp>
      <p:sp>
        <p:nvSpPr>
          <p:cNvPr id="55" name="Rectangle 54">
            <a:extLst>
              <a:ext uri="{FF2B5EF4-FFF2-40B4-BE49-F238E27FC236}">
                <a16:creationId xmlns:a16="http://schemas.microsoft.com/office/drawing/2014/main" id="{4BEB5654-C8D6-4568-8252-7B4D82FA962D}"/>
              </a:ext>
            </a:extLst>
          </p:cNvPr>
          <p:cNvSpPr/>
          <p:nvPr userDrawn="1"/>
        </p:nvSpPr>
        <p:spPr>
          <a:xfrm>
            <a:off x="-2336800" y="0"/>
            <a:ext cx="2032000" cy="8366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eaLnBrk="1" fontAlgn="auto" latinLnBrk="0" hangingPunct="1">
              <a:lnSpc>
                <a:spcPct val="100000"/>
              </a:lnSpc>
              <a:spcBef>
                <a:spcPts val="0"/>
              </a:spcBef>
              <a:spcAft>
                <a:spcPts val="600"/>
              </a:spcAft>
              <a:buClrTx/>
              <a:buSzTx/>
              <a:buFontTx/>
              <a:buNone/>
              <a:tabLst/>
              <a:defRPr/>
            </a:pPr>
            <a:r>
              <a:rPr lang="en-US" sz="1000" dirty="0">
                <a:solidFill>
                  <a:schemeClr val="bg1"/>
                </a:solidFill>
                <a:latin typeface="+mn-lt"/>
              </a:rPr>
              <a:t>Update header text on master slide</a:t>
            </a:r>
            <a:endParaRPr lang="en-US" sz="1000" dirty="0">
              <a:solidFill>
                <a:schemeClr val="bg1"/>
              </a:solidFill>
              <a:latin typeface="Calibre" panose="020B0503030202060203" pitchFamily="34" charset="77"/>
            </a:endParaRPr>
          </a:p>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a:t>
            </a:r>
            <a:endParaRPr lang="en-US" sz="1000"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338328"/>
            <a:ext cx="12192000" cy="22860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2 = 5.97” (15.16 cm)</a:t>
                </a:r>
              </a:p>
            </p:txBody>
          </p:sp>
        </p:gr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8" r:id="rId1"/>
    <p:sldLayoutId id="2147484569" r:id="rId2"/>
    <p:sldLayoutId id="2147484560" r:id="rId3"/>
    <p:sldLayoutId id="2147484572" r:id="rId4"/>
    <p:sldLayoutId id="2147484573" r:id="rId5"/>
    <p:sldLayoutId id="2147484567" r:id="rId6"/>
    <p:sldLayoutId id="2147484562" r:id="rId7"/>
    <p:sldLayoutId id="2147484566" r:id="rId8"/>
    <p:sldLayoutId id="2147484578" r:id="rId9"/>
  </p:sldLayoutIdLst>
  <p:hf hdr="0" dt="0"/>
  <p:txStyles>
    <p:titleStyle>
      <a:lvl1pPr eaLnBrk="1" hangingPunct="1">
        <a:lnSpc>
          <a:spcPct val="90000"/>
        </a:lnSpc>
        <a:defRPr sz="4400">
          <a:solidFill>
            <a:schemeClr val="tx1"/>
          </a:solidFill>
          <a:latin typeface="+mj-lt"/>
          <a:ea typeface="+mj-ea"/>
          <a:cs typeface="+mj-cs"/>
        </a:defRPr>
      </a:lvl1pPr>
    </p:titleStyle>
    <p:body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orient="horz" pos="241" userDrawn="1">
          <p15:clr>
            <a:srgbClr val="F26B43"/>
          </p15:clr>
        </p15:guide>
        <p15:guide id="3" userDrawn="1">
          <p15:clr>
            <a:srgbClr val="F26B43"/>
          </p15:clr>
        </p15:guide>
        <p15:guide id="4" pos="483" userDrawn="1">
          <p15:clr>
            <a:srgbClr val="F26B43"/>
          </p15:clr>
        </p15:guide>
        <p15:guide id="5" orient="horz" pos="490" userDrawn="1">
          <p15:clr>
            <a:srgbClr val="F26B43"/>
          </p15:clr>
        </p15:guide>
        <p15:guide id="6" orient="horz" pos="568" userDrawn="1">
          <p15:clr>
            <a:srgbClr val="F26B43"/>
          </p15:clr>
        </p15:guide>
        <p15:guide id="7" orient="horz" pos="4078" userDrawn="1">
          <p15:clr>
            <a:srgbClr val="F26B43"/>
          </p15:clr>
        </p15:guide>
        <p15:guide id="8" orient="horz" pos="4320" userDrawn="1">
          <p15:clr>
            <a:srgbClr val="F26B43"/>
          </p15:clr>
        </p15:guide>
        <p15:guide id="9" pos="7438" userDrawn="1">
          <p15:clr>
            <a:srgbClr val="F26B43"/>
          </p15:clr>
        </p15:guide>
        <p15:guide id="10" pos="7680" userDrawn="1">
          <p15:clr>
            <a:srgbClr val="F26B43"/>
          </p15:clr>
        </p15:guide>
        <p15:guide id="11" orient="horz" pos="3751" userDrawn="1">
          <p15:clr>
            <a:srgbClr val="F26B43"/>
          </p15:clr>
        </p15:guide>
        <p15:guide id="12" orient="horz" pos="3829" userDrawn="1">
          <p15:clr>
            <a:srgbClr val="F26B43"/>
          </p15:clr>
        </p15:guide>
        <p15:guide id="13" orient="horz" pos="3425" userDrawn="1">
          <p15:clr>
            <a:srgbClr val="F26B43"/>
          </p15:clr>
        </p15:guide>
        <p15:guide id="14" orient="horz" pos="3503" userDrawn="1">
          <p15:clr>
            <a:srgbClr val="F26B43"/>
          </p15:clr>
        </p15:guide>
        <p15:guide id="15" orient="horz" pos="3099" userDrawn="1">
          <p15:clr>
            <a:srgbClr val="F26B43"/>
          </p15:clr>
        </p15:guide>
        <p15:guide id="16" orient="horz" pos="3177" userDrawn="1">
          <p15:clr>
            <a:srgbClr val="F26B43"/>
          </p15:clr>
        </p15:guide>
        <p15:guide id="17" orient="horz" pos="2773" userDrawn="1">
          <p15:clr>
            <a:srgbClr val="F26B43"/>
          </p15:clr>
        </p15:guide>
        <p15:guide id="18" orient="horz" pos="2851" userDrawn="1">
          <p15:clr>
            <a:srgbClr val="F26B43"/>
          </p15:clr>
        </p15:guide>
        <p15:guide id="19" orient="horz" pos="2447" userDrawn="1">
          <p15:clr>
            <a:srgbClr val="F26B43"/>
          </p15:clr>
        </p15:guide>
        <p15:guide id="20" orient="horz" pos="2525" userDrawn="1">
          <p15:clr>
            <a:srgbClr val="F26B43"/>
          </p15:clr>
        </p15:guide>
        <p15:guide id="21" orient="horz" pos="2121" userDrawn="1">
          <p15:clr>
            <a:srgbClr val="F26B43"/>
          </p15:clr>
        </p15:guide>
        <p15:guide id="22" orient="horz" pos="2199" userDrawn="1">
          <p15:clr>
            <a:srgbClr val="F26B43"/>
          </p15:clr>
        </p15:guide>
        <p15:guide id="23" orient="horz" pos="1794" userDrawn="1">
          <p15:clr>
            <a:srgbClr val="F26B43"/>
          </p15:clr>
        </p15:guide>
        <p15:guide id="24" orient="horz" pos="1872" userDrawn="1">
          <p15:clr>
            <a:srgbClr val="F26B43"/>
          </p15:clr>
        </p15:guide>
        <p15:guide id="25" orient="horz" pos="1468" userDrawn="1">
          <p15:clr>
            <a:srgbClr val="F26B43"/>
          </p15:clr>
        </p15:guide>
        <p15:guide id="26" orient="horz" pos="1546" userDrawn="1">
          <p15:clr>
            <a:srgbClr val="F26B43"/>
          </p15:clr>
        </p15:guide>
        <p15:guide id="27" orient="horz" pos="1142" userDrawn="1">
          <p15:clr>
            <a:srgbClr val="F26B43"/>
          </p15:clr>
        </p15:guide>
        <p15:guide id="28" orient="horz" pos="1220" userDrawn="1">
          <p15:clr>
            <a:srgbClr val="F26B43"/>
          </p15:clr>
        </p15:guide>
        <p15:guide id="29" orient="horz" pos="816" userDrawn="1">
          <p15:clr>
            <a:srgbClr val="F26B43"/>
          </p15:clr>
        </p15:guide>
        <p15:guide id="30" orient="horz" pos="894" userDrawn="1">
          <p15:clr>
            <a:srgbClr val="F26B43"/>
          </p15:clr>
        </p15:guide>
        <p15:guide id="31" pos="2749" userDrawn="1">
          <p15:clr>
            <a:srgbClr val="F26B43"/>
          </p15:clr>
        </p15:guide>
        <p15:guide id="32" pos="2827" userDrawn="1">
          <p15:clr>
            <a:srgbClr val="F26B43"/>
          </p15:clr>
        </p15:guide>
        <p15:guide id="33" pos="991" userDrawn="1">
          <p15:clr>
            <a:srgbClr val="F26B43"/>
          </p15:clr>
        </p15:guide>
        <p15:guide id="34" pos="1069" userDrawn="1">
          <p15:clr>
            <a:srgbClr val="F26B43"/>
          </p15:clr>
        </p15:guide>
        <p15:guide id="35" pos="3335" userDrawn="1">
          <p15:clr>
            <a:srgbClr val="F26B43"/>
          </p15:clr>
        </p15:guide>
        <p15:guide id="36" pos="3413" userDrawn="1">
          <p15:clr>
            <a:srgbClr val="F26B43"/>
          </p15:clr>
        </p15:guide>
        <p15:guide id="37" pos="1584" userDrawn="1">
          <p15:clr>
            <a:srgbClr val="F26B43"/>
          </p15:clr>
        </p15:guide>
        <p15:guide id="38" pos="1655" userDrawn="1">
          <p15:clr>
            <a:srgbClr val="F26B43"/>
          </p15:clr>
        </p15:guide>
        <p15:guide id="39" pos="2163" userDrawn="1">
          <p15:clr>
            <a:srgbClr val="F26B43"/>
          </p15:clr>
        </p15:guide>
        <p15:guide id="40" pos="2241" userDrawn="1">
          <p15:clr>
            <a:srgbClr val="F26B43"/>
          </p15:clr>
        </p15:guide>
        <p15:guide id="41" pos="3921" userDrawn="1">
          <p15:clr>
            <a:srgbClr val="F26B43"/>
          </p15:clr>
        </p15:guide>
        <p15:guide id="42" pos="3999" userDrawn="1">
          <p15:clr>
            <a:srgbClr val="F26B43"/>
          </p15:clr>
        </p15:guide>
        <p15:guide id="43" pos="6266" userDrawn="1">
          <p15:clr>
            <a:srgbClr val="F26B43"/>
          </p15:clr>
        </p15:guide>
        <p15:guide id="44" pos="6344" userDrawn="1">
          <p15:clr>
            <a:srgbClr val="F26B43"/>
          </p15:clr>
        </p15:guide>
        <p15:guide id="45" pos="4507" userDrawn="1">
          <p15:clr>
            <a:srgbClr val="F26B43"/>
          </p15:clr>
        </p15:guide>
        <p15:guide id="46" pos="4585" userDrawn="1">
          <p15:clr>
            <a:srgbClr val="F26B43"/>
          </p15:clr>
        </p15:guide>
        <p15:guide id="47" pos="6852" userDrawn="1">
          <p15:clr>
            <a:srgbClr val="F26B43"/>
          </p15:clr>
        </p15:guide>
        <p15:guide id="48" pos="6930" userDrawn="1">
          <p15:clr>
            <a:srgbClr val="F26B43"/>
          </p15:clr>
        </p15:guide>
        <p15:guide id="49" pos="5088" userDrawn="1">
          <p15:clr>
            <a:srgbClr val="F26B43"/>
          </p15:clr>
        </p15:guide>
        <p15:guide id="50" pos="5172" userDrawn="1">
          <p15:clr>
            <a:srgbClr val="F26B43"/>
          </p15:clr>
        </p15:guide>
        <p15:guide id="51" pos="5680" userDrawn="1">
          <p15:clr>
            <a:srgbClr val="F26B43"/>
          </p15:clr>
        </p15:guide>
        <p15:guide id="52" pos="5758" userDrawn="1">
          <p15:clr>
            <a:srgbClr val="F26B43"/>
          </p15:clr>
        </p15:guide>
        <p15:guide id="53" orient="horz" pos="163" userDrawn="1">
          <p15:clr>
            <a:srgbClr val="F26B43"/>
          </p15:clr>
        </p15:guide>
        <p15:guide id="54" orient="horz" pos="4156" userDrawn="1">
          <p15:clr>
            <a:srgbClr val="F26B43"/>
          </p15:clr>
        </p15:guide>
        <p15:guide id="55" orient="horz" pos="3957" userDrawn="1">
          <p15:clr>
            <a:srgbClr val="FBAE40"/>
          </p15:clr>
        </p15:guide>
        <p15:guide id="56" pos="365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wmf"/><Relationship Id="rId2" Type="http://schemas.openxmlformats.org/officeDocument/2006/relationships/customXml" Target="../../customXml/item7.xml"/><Relationship Id="rId1" Type="http://schemas.openxmlformats.org/officeDocument/2006/relationships/customXml" Target="../../customXml/item5.xml"/><Relationship Id="rId6" Type="http://schemas.openxmlformats.org/officeDocument/2006/relationships/image" Target="../media/image2.wmf"/><Relationship Id="rId5" Type="http://schemas.openxmlformats.org/officeDocument/2006/relationships/image" Target="../media/image1.wmf"/><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_1_title_text">
            <a:extLst>
              <a:ext uri="{FF2B5EF4-FFF2-40B4-BE49-F238E27FC236}">
                <a16:creationId xmlns:a16="http://schemas.microsoft.com/office/drawing/2014/main" id="{C5388F5D-F830-44A8-A03F-385A1A7045A1}"/>
              </a:ext>
            </a:extLst>
          </p:cNvPr>
          <p:cNvSpPr>
            <a:spLocks noGrp="1"/>
          </p:cNvSpPr>
          <p:nvPr>
            <p:ph type="body" sz="quarter" idx="12"/>
          </p:nvPr>
        </p:nvSpPr>
        <p:spPr>
          <a:xfrm>
            <a:off x="768096" y="1133295"/>
            <a:ext cx="9303004" cy="1257301"/>
          </a:xfrm>
        </p:spPr>
        <p:txBody>
          <a:bodyPr/>
          <a:lstStyle/>
          <a:p>
            <a:pPr lvl="1"/>
            <a:r>
              <a:rPr lang="en-US" dirty="0"/>
              <a:t>Document title goes here</a:t>
            </a:r>
            <a:br>
              <a:rPr lang="en-US" dirty="0"/>
            </a:br>
            <a:r>
              <a:rPr lang="en-US" dirty="0"/>
              <a:t>lorem ipsum dolor sit </a:t>
            </a:r>
            <a:r>
              <a:rPr lang="en-US" dirty="0" err="1"/>
              <a:t>amet</a:t>
            </a:r>
            <a:endParaRPr lang="en-US" dirty="0"/>
          </a:p>
        </p:txBody>
      </p:sp>
      <p:sp>
        <p:nvSpPr>
          <p:cNvPr id="24" name="slide_1_ticker_1_text">
            <a:extLst>
              <a:ext uri="{FF2B5EF4-FFF2-40B4-BE49-F238E27FC236}">
                <a16:creationId xmlns:a16="http://schemas.microsoft.com/office/drawing/2014/main" id="{C1D238A5-FDDA-42AC-9258-362A780BE547}"/>
              </a:ext>
            </a:extLst>
          </p:cNvPr>
          <p:cNvSpPr>
            <a:spLocks noGrp="1"/>
          </p:cNvSpPr>
          <p:nvPr>
            <p:ph type="body" sz="quarter" idx="14"/>
          </p:nvPr>
        </p:nvSpPr>
        <p:spPr>
          <a:xfrm>
            <a:off x="987552" y="2395728"/>
            <a:ext cx="1295400" cy="423672"/>
          </a:xfrm>
        </p:spPr>
        <p:txBody>
          <a:bodyPr/>
          <a:lstStyle/>
          <a:p>
            <a:r>
              <a:rPr lang="en-US" dirty="0"/>
              <a:t>X.X%</a:t>
            </a:r>
          </a:p>
          <a:p>
            <a:endParaRPr lang="en-US" dirty="0"/>
          </a:p>
        </p:txBody>
      </p:sp>
      <p:sp>
        <p:nvSpPr>
          <p:cNvPr id="25" name="slide_1_ticker_2_text">
            <a:extLst>
              <a:ext uri="{FF2B5EF4-FFF2-40B4-BE49-F238E27FC236}">
                <a16:creationId xmlns:a16="http://schemas.microsoft.com/office/drawing/2014/main" id="{22A74990-575E-4071-A4F1-729D27CBE184}"/>
              </a:ext>
            </a:extLst>
          </p:cNvPr>
          <p:cNvSpPr>
            <a:spLocks noGrp="1"/>
          </p:cNvSpPr>
          <p:nvPr>
            <p:ph type="body" sz="quarter" idx="16"/>
          </p:nvPr>
        </p:nvSpPr>
        <p:spPr>
          <a:xfrm>
            <a:off x="2847927" y="2395728"/>
            <a:ext cx="1261872" cy="439388"/>
          </a:xfrm>
        </p:spPr>
        <p:txBody>
          <a:bodyPr/>
          <a:lstStyle/>
          <a:p>
            <a:r>
              <a:rPr lang="en-US" dirty="0"/>
              <a:t>XXM</a:t>
            </a:r>
          </a:p>
        </p:txBody>
      </p:sp>
      <p:sp>
        <p:nvSpPr>
          <p:cNvPr id="26" name="slide_1_ticker_3_text">
            <a:extLst>
              <a:ext uri="{FF2B5EF4-FFF2-40B4-BE49-F238E27FC236}">
                <a16:creationId xmlns:a16="http://schemas.microsoft.com/office/drawing/2014/main" id="{8EB38D33-A0BD-4CC0-A581-44EB9A4593F7}"/>
              </a:ext>
            </a:extLst>
          </p:cNvPr>
          <p:cNvSpPr>
            <a:spLocks noGrp="1"/>
          </p:cNvSpPr>
          <p:nvPr>
            <p:ph type="body" sz="quarter" idx="18"/>
          </p:nvPr>
        </p:nvSpPr>
        <p:spPr>
          <a:xfrm>
            <a:off x="4708302" y="2395728"/>
            <a:ext cx="1261872" cy="423672"/>
          </a:xfrm>
        </p:spPr>
        <p:txBody>
          <a:bodyPr/>
          <a:lstStyle/>
          <a:p>
            <a:r>
              <a:rPr lang="en-US" dirty="0"/>
              <a:t>XXM</a:t>
            </a:r>
          </a:p>
        </p:txBody>
      </p:sp>
      <p:sp>
        <p:nvSpPr>
          <p:cNvPr id="44" name="slide_1_ticker_4_text">
            <a:extLst>
              <a:ext uri="{FF2B5EF4-FFF2-40B4-BE49-F238E27FC236}">
                <a16:creationId xmlns:a16="http://schemas.microsoft.com/office/drawing/2014/main" id="{FF173344-A294-4063-ADB8-13819E1DDEB7}"/>
              </a:ext>
            </a:extLst>
          </p:cNvPr>
          <p:cNvSpPr>
            <a:spLocks noGrp="1"/>
          </p:cNvSpPr>
          <p:nvPr>
            <p:ph type="body" sz="quarter" idx="20"/>
          </p:nvPr>
        </p:nvSpPr>
        <p:spPr>
          <a:xfrm>
            <a:off x="6568678" y="2395728"/>
            <a:ext cx="1261872" cy="439388"/>
          </a:xfrm>
        </p:spPr>
        <p:txBody>
          <a:bodyPr/>
          <a:lstStyle/>
          <a:p>
            <a:r>
              <a:rPr lang="en-US" dirty="0"/>
              <a:t>XXM</a:t>
            </a:r>
          </a:p>
        </p:txBody>
      </p:sp>
      <p:grpSp>
        <p:nvGrpSpPr>
          <p:cNvPr id="20" name="Group 19">
            <a:extLst>
              <a:ext uri="{FF2B5EF4-FFF2-40B4-BE49-F238E27FC236}">
                <a16:creationId xmlns:a16="http://schemas.microsoft.com/office/drawing/2014/main" id="{C62FD356-E81D-4DF4-BF75-3B3C7734FD50}"/>
              </a:ext>
            </a:extLst>
          </p:cNvPr>
          <p:cNvGrpSpPr/>
          <p:nvPr/>
        </p:nvGrpSpPr>
        <p:grpSpPr>
          <a:xfrm>
            <a:off x="-1447800" y="2270918"/>
            <a:ext cx="1295400" cy="1662113"/>
            <a:chOff x="-1447800" y="2270918"/>
            <a:chExt cx="1295400" cy="1662113"/>
          </a:xfrm>
        </p:grpSpPr>
        <p:sp>
          <p:nvSpPr>
            <p:cNvPr id="21" name="Rectangle 20">
              <a:extLst>
                <a:ext uri="{FF2B5EF4-FFF2-40B4-BE49-F238E27FC236}">
                  <a16:creationId xmlns:a16="http://schemas.microsoft.com/office/drawing/2014/main" id="{5C19B3A4-B4CA-45A2-AFDF-DD2E8EC1FFB4}"/>
                </a:ext>
              </a:extLst>
            </p:cNvPr>
            <p:cNvSpPr/>
            <p:nvPr/>
          </p:nvSpPr>
          <p:spPr>
            <a:xfrm>
              <a:off x="-1447800" y="2270918"/>
              <a:ext cx="1295400" cy="16621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spcAft>
                  <a:spcPts val="300"/>
                </a:spcAft>
              </a:pPr>
              <a:r>
                <a:rPr lang="en-US" sz="1050" dirty="0">
                  <a:solidFill>
                    <a:schemeClr val="bg1"/>
                  </a:solidFill>
                </a:rPr>
                <a:t>Copy and paste one of these arrows into the “add arrow” picture boxes as needed. They are vector objects that will perfectly fill the space.</a:t>
              </a:r>
            </a:p>
            <a:p>
              <a:pPr algn="l">
                <a:spcAft>
                  <a:spcPts val="300"/>
                </a:spcAft>
              </a:pPr>
              <a:endParaRPr lang="en-US" sz="1050" dirty="0">
                <a:solidFill>
                  <a:schemeClr val="bg1"/>
                </a:solidFill>
              </a:endParaRPr>
            </a:p>
          </p:txBody>
        </p:sp>
        <p:sp>
          <p:nvSpPr>
            <p:cNvPr id="22" name="Rectangle 21">
              <a:extLst>
                <a:ext uri="{FF2B5EF4-FFF2-40B4-BE49-F238E27FC236}">
                  <a16:creationId xmlns:a16="http://schemas.microsoft.com/office/drawing/2014/main" id="{7FF38DDF-E48C-4F6B-9C2E-7468573C08E7}"/>
                </a:ext>
              </a:extLst>
            </p:cNvPr>
            <p:cNvSpPr/>
            <p:nvPr/>
          </p:nvSpPr>
          <p:spPr>
            <a:xfrm>
              <a:off x="-1369315" y="3636076"/>
              <a:ext cx="1140715" cy="16611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pic>
        <p:nvPicPr>
          <p:cNvPr id="23" name="up_arrow_picture">
            <a:extLst>
              <a:ext uri="{FF2B5EF4-FFF2-40B4-BE49-F238E27FC236}">
                <a16:creationId xmlns:a16="http://schemas.microsoft.com/office/drawing/2014/main" id="{637EE5F1-D9AE-423F-AFFA-2382C6203FEC}"/>
              </a:ext>
            </a:extLst>
          </p:cNvPr>
          <p:cNvPicPr>
            <a:picLocks noChangeAspect="1"/>
          </p:cNvPicPr>
          <p:nvPr/>
        </p:nvPicPr>
        <p:blipFill>
          <a:blip r:embed="rId5"/>
          <a:stretch>
            <a:fillRect/>
          </a:stretch>
        </p:blipFill>
        <p:spPr>
          <a:xfrm>
            <a:off x="-1354671" y="3638716"/>
            <a:ext cx="169164" cy="167640"/>
          </a:xfrm>
          <a:prstGeom prst="rect">
            <a:avLst/>
          </a:prstGeom>
        </p:spPr>
      </p:pic>
      <p:pic>
        <p:nvPicPr>
          <p:cNvPr id="28" name="down_arrow_picture">
            <a:extLst>
              <a:ext uri="{FF2B5EF4-FFF2-40B4-BE49-F238E27FC236}">
                <a16:creationId xmlns:a16="http://schemas.microsoft.com/office/drawing/2014/main" id="{4613C212-D3B2-431C-ABBE-B99FBB055811}"/>
              </a:ext>
            </a:extLst>
          </p:cNvPr>
          <p:cNvPicPr>
            <a:picLocks noChangeAspect="1"/>
          </p:cNvPicPr>
          <p:nvPr/>
        </p:nvPicPr>
        <p:blipFill>
          <a:blip r:embed="rId6"/>
          <a:stretch>
            <a:fillRect/>
          </a:stretch>
        </p:blipFill>
        <p:spPr>
          <a:xfrm>
            <a:off x="-829058" y="3636076"/>
            <a:ext cx="169164" cy="169164"/>
          </a:xfrm>
          <a:prstGeom prst="rect">
            <a:avLst/>
          </a:prstGeom>
        </p:spPr>
      </p:pic>
      <p:pic>
        <p:nvPicPr>
          <p:cNvPr id="29" name="neutral_arrow_picture">
            <a:extLst>
              <a:ext uri="{FF2B5EF4-FFF2-40B4-BE49-F238E27FC236}">
                <a16:creationId xmlns:a16="http://schemas.microsoft.com/office/drawing/2014/main" id="{E1369C33-F4BD-4F9C-86A3-6E83CCD55A9E}"/>
              </a:ext>
            </a:extLst>
          </p:cNvPr>
          <p:cNvPicPr>
            <a:picLocks noChangeAspect="1"/>
          </p:cNvPicPr>
          <p:nvPr/>
        </p:nvPicPr>
        <p:blipFill>
          <a:blip r:embed="rId7"/>
          <a:stretch>
            <a:fillRect/>
          </a:stretch>
        </p:blipFill>
        <p:spPr>
          <a:xfrm>
            <a:off x="-1086149" y="3636076"/>
            <a:ext cx="169164" cy="169164"/>
          </a:xfrm>
          <a:prstGeom prst="rect">
            <a:avLst/>
          </a:prstGeom>
        </p:spPr>
      </p:pic>
      <p:sp>
        <p:nvSpPr>
          <p:cNvPr id="2" name="slide_1_ticker_5_text">
            <a:extLst>
              <a:ext uri="{FF2B5EF4-FFF2-40B4-BE49-F238E27FC236}">
                <a16:creationId xmlns:a16="http://schemas.microsoft.com/office/drawing/2014/main" id="{B8660A7D-72C7-E113-7168-BA2B248429D8}"/>
              </a:ext>
            </a:extLst>
          </p:cNvPr>
          <p:cNvSpPr txBox="1">
            <a:spLocks/>
          </p:cNvSpPr>
          <p:nvPr/>
        </p:nvSpPr>
        <p:spPr>
          <a:xfrm>
            <a:off x="8429054" y="2395728"/>
            <a:ext cx="1261872" cy="453898"/>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$X.XX</a:t>
            </a:r>
          </a:p>
        </p:txBody>
      </p:sp>
      <p:sp>
        <p:nvSpPr>
          <p:cNvPr id="6" name="slide_1_market_sector_title_text">
            <a:extLst>
              <a:ext uri="{FF2B5EF4-FFF2-40B4-BE49-F238E27FC236}">
                <a16:creationId xmlns:a16="http://schemas.microsoft.com/office/drawing/2014/main" id="{0BDBB92D-53A0-8DE8-B08B-BCB6E89D9A27}"/>
              </a:ext>
            </a:extLst>
          </p:cNvPr>
          <p:cNvSpPr txBox="1">
            <a:spLocks/>
          </p:cNvSpPr>
          <p:nvPr/>
        </p:nvSpPr>
        <p:spPr>
          <a:xfrm>
            <a:off x="768096" y="790383"/>
            <a:ext cx="5327904" cy="164307"/>
          </a:xfrm>
          <a:prstGeom prst="rect">
            <a:avLst/>
          </a:prstGeom>
        </p:spPr>
        <p:txBody>
          <a:bodyPr vert="horz" lIns="0" tIns="0" rIns="72000" bIns="0" rtlCol="0" anchor="b" anchorCtr="0">
            <a:noAutofit/>
          </a:bodyPr>
          <a:lstStyle>
            <a:lvl1pPr marL="0" eaLnBrk="1" hangingPunct="1">
              <a:spcBef>
                <a:spcPts val="0"/>
              </a:spcBef>
              <a:spcAft>
                <a:spcPts val="600"/>
              </a:spcAft>
              <a:defRPr sz="1200" cap="all" baseline="0">
                <a:solidFill>
                  <a:schemeClr val="tx1"/>
                </a:solidFill>
                <a:latin typeface="+mn-lt"/>
                <a:ea typeface="+mn-ea"/>
                <a:cs typeface="+mn-cs"/>
              </a:defRPr>
            </a:lvl1pPr>
            <a:lvl2pPr marL="0" indent="0" eaLnBrk="1" hangingPunct="1">
              <a:lnSpc>
                <a:spcPct val="90000"/>
              </a:lnSpc>
              <a:spcBef>
                <a:spcPts val="0"/>
              </a:spcBef>
              <a:spcAft>
                <a:spcPts val="0"/>
              </a:spcAft>
              <a:buClr>
                <a:srgbClr val="17E88F"/>
              </a:buClr>
              <a:buFontTx/>
              <a:buNone/>
              <a:defRPr sz="4400" b="0">
                <a:solidFill>
                  <a:schemeClr val="accent6"/>
                </a:solidFill>
                <a:latin typeface="+mj-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r>
              <a:rPr lang="en-US" dirty="0"/>
              <a:t>Figures | [Market] [Sector] | [PERIOD ‘QQ YYYY’]</a:t>
            </a:r>
          </a:p>
        </p:txBody>
      </p:sp>
      <p:sp>
        <p:nvSpPr>
          <p:cNvPr id="7" name="slide_1_ticker_1_title_text">
            <a:extLst>
              <a:ext uri="{FF2B5EF4-FFF2-40B4-BE49-F238E27FC236}">
                <a16:creationId xmlns:a16="http://schemas.microsoft.com/office/drawing/2014/main" id="{E2DC5C2F-F8E7-7EAC-E8DE-DBD29FE004C2}"/>
              </a:ext>
            </a:extLst>
          </p:cNvPr>
          <p:cNvSpPr txBox="1">
            <a:spLocks/>
          </p:cNvSpPr>
          <p:nvPr/>
        </p:nvSpPr>
        <p:spPr>
          <a:xfrm>
            <a:off x="987552" y="2849626"/>
            <a:ext cx="765048"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Vacancy Rate</a:t>
            </a:r>
          </a:p>
          <a:p>
            <a:endParaRPr lang="en-US" dirty="0"/>
          </a:p>
        </p:txBody>
      </p:sp>
      <p:sp>
        <p:nvSpPr>
          <p:cNvPr id="8" name="slide_1_ticker_2_title_text">
            <a:extLst>
              <a:ext uri="{FF2B5EF4-FFF2-40B4-BE49-F238E27FC236}">
                <a16:creationId xmlns:a16="http://schemas.microsoft.com/office/drawing/2014/main" id="{6F0DAA68-ED80-AB62-2D4E-A373622BE52F}"/>
              </a:ext>
            </a:extLst>
          </p:cNvPr>
          <p:cNvSpPr txBox="1">
            <a:spLocks/>
          </p:cNvSpPr>
          <p:nvPr/>
        </p:nvSpPr>
        <p:spPr>
          <a:xfrm>
            <a:off x="2846869" y="2831892"/>
            <a:ext cx="1261697"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SF Net Absorption</a:t>
            </a:r>
          </a:p>
        </p:txBody>
      </p:sp>
      <p:sp>
        <p:nvSpPr>
          <p:cNvPr id="9" name="slide_1_ticker_3_title_text">
            <a:extLst>
              <a:ext uri="{FF2B5EF4-FFF2-40B4-BE49-F238E27FC236}">
                <a16:creationId xmlns:a16="http://schemas.microsoft.com/office/drawing/2014/main" id="{8E9BC0F8-3B42-E1AB-AC62-4DD364A48A0F}"/>
              </a:ext>
            </a:extLst>
          </p:cNvPr>
          <p:cNvSpPr txBox="1">
            <a:spLocks/>
          </p:cNvSpPr>
          <p:nvPr/>
        </p:nvSpPr>
        <p:spPr>
          <a:xfrm>
            <a:off x="4708127" y="2849626"/>
            <a:ext cx="1261872"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SF Construction Delivered</a:t>
            </a:r>
          </a:p>
        </p:txBody>
      </p:sp>
      <p:sp>
        <p:nvSpPr>
          <p:cNvPr id="11" name="slide_1_ticker_4_title_text">
            <a:extLst>
              <a:ext uri="{FF2B5EF4-FFF2-40B4-BE49-F238E27FC236}">
                <a16:creationId xmlns:a16="http://schemas.microsoft.com/office/drawing/2014/main" id="{EF5B4691-293D-D255-5331-6C9BAA0E7EC8}"/>
              </a:ext>
            </a:extLst>
          </p:cNvPr>
          <p:cNvSpPr txBox="1">
            <a:spLocks/>
          </p:cNvSpPr>
          <p:nvPr/>
        </p:nvSpPr>
        <p:spPr>
          <a:xfrm>
            <a:off x="6567621" y="2849626"/>
            <a:ext cx="1261872" cy="16510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SF Under Construction</a:t>
            </a:r>
          </a:p>
        </p:txBody>
      </p:sp>
      <p:sp>
        <p:nvSpPr>
          <p:cNvPr id="12" name="slide_1_ticker_5_title_text">
            <a:extLst>
              <a:ext uri="{FF2B5EF4-FFF2-40B4-BE49-F238E27FC236}">
                <a16:creationId xmlns:a16="http://schemas.microsoft.com/office/drawing/2014/main" id="{9B54E906-E112-BDC1-3CBF-0D736FEC5179}"/>
              </a:ext>
            </a:extLst>
          </p:cNvPr>
          <p:cNvSpPr txBox="1">
            <a:spLocks/>
          </p:cNvSpPr>
          <p:nvPr/>
        </p:nvSpPr>
        <p:spPr>
          <a:xfrm>
            <a:off x="8429054" y="2854758"/>
            <a:ext cx="1261872" cy="182880"/>
          </a:xfrm>
          <a:prstGeom prst="rect">
            <a:avLst/>
          </a:prstGeom>
        </p:spPr>
        <p:txBody>
          <a:bodyPr vert="horz" wrap="none" lIns="0" tIns="0" rIns="72000" bIns="0" rtlCol="0" anchor="t" anchorCtr="0">
            <a:noAutofit/>
          </a:bodyPr>
          <a:lstStyle>
            <a:lvl1pPr marL="0" eaLnBrk="1" hangingPunct="1">
              <a:spcBef>
                <a:spcPts val="0"/>
              </a:spcBef>
              <a:spcAft>
                <a:spcPts val="0"/>
              </a:spcAft>
              <a:defRPr sz="2800">
                <a:solidFill>
                  <a:schemeClr val="accent6"/>
                </a:solidFill>
                <a:latin typeface="Calibre Light" panose="020B0303030202060203" pitchFamily="34" charset="0"/>
                <a:ea typeface="+mn-ea"/>
                <a:cs typeface="+mn-cs"/>
              </a:defRPr>
            </a:lvl1pPr>
            <a:lvl2pPr marL="0" indent="0" eaLnBrk="1" hangingPunct="1">
              <a:spcBef>
                <a:spcPts val="200"/>
              </a:spcBef>
              <a:spcAft>
                <a:spcPts val="0"/>
              </a:spcAft>
              <a:buClr>
                <a:srgbClr val="17E88F"/>
              </a:buClr>
              <a:buFontTx/>
              <a:buNone/>
              <a:defRPr sz="850" b="0">
                <a:solidFill>
                  <a:srgbClr val="538184"/>
                </a:solidFill>
                <a:latin typeface="+mn-lt"/>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a:lstStyle>
          <a:p>
            <a:pPr lvl="1"/>
            <a:r>
              <a:rPr lang="en-US" dirty="0"/>
              <a:t>NNN / Lease Rate</a:t>
            </a:r>
          </a:p>
        </p:txBody>
      </p:sp>
      <p:pic>
        <p:nvPicPr>
          <p:cNvPr id="32" name="slide_1_arrow_2_picture">
            <a:extLst>
              <a:ext uri="{FF2B5EF4-FFF2-40B4-BE49-F238E27FC236}">
                <a16:creationId xmlns:a16="http://schemas.microsoft.com/office/drawing/2014/main" id="{1678FE0D-11B0-4B3F-9FEB-6D26F2E8CC98}"/>
              </a:ext>
            </a:extLst>
          </p:cNvPr>
          <p:cNvPicPr>
            <a:picLocks noChangeAspect="1"/>
          </p:cNvPicPr>
          <p:nvPr/>
        </p:nvPicPr>
        <p:blipFill>
          <a:blip r:embed="rId7"/>
          <a:stretch>
            <a:fillRect/>
          </a:stretch>
        </p:blipFill>
        <p:spPr>
          <a:xfrm>
            <a:off x="2626653" y="2575485"/>
            <a:ext cx="169164" cy="169164"/>
          </a:xfrm>
          <a:prstGeom prst="rect">
            <a:avLst/>
          </a:prstGeom>
        </p:spPr>
      </p:pic>
      <p:pic>
        <p:nvPicPr>
          <p:cNvPr id="33" name="slide_1_arrow_3_picture">
            <a:extLst>
              <a:ext uri="{FF2B5EF4-FFF2-40B4-BE49-F238E27FC236}">
                <a16:creationId xmlns:a16="http://schemas.microsoft.com/office/drawing/2014/main" id="{471D4747-F3BF-272F-4BEB-BC75DB1C83C0}"/>
              </a:ext>
            </a:extLst>
          </p:cNvPr>
          <p:cNvPicPr>
            <a:picLocks noChangeAspect="1"/>
          </p:cNvPicPr>
          <p:nvPr/>
        </p:nvPicPr>
        <p:blipFill>
          <a:blip r:embed="rId7"/>
          <a:stretch>
            <a:fillRect/>
          </a:stretch>
        </p:blipFill>
        <p:spPr>
          <a:xfrm>
            <a:off x="4489363" y="2571856"/>
            <a:ext cx="169164" cy="169164"/>
          </a:xfrm>
          <a:prstGeom prst="rect">
            <a:avLst/>
          </a:prstGeom>
        </p:spPr>
      </p:pic>
      <p:pic>
        <p:nvPicPr>
          <p:cNvPr id="34" name="slide_1_arrow_1_picture">
            <a:extLst>
              <a:ext uri="{FF2B5EF4-FFF2-40B4-BE49-F238E27FC236}">
                <a16:creationId xmlns:a16="http://schemas.microsoft.com/office/drawing/2014/main" id="{855834A6-8BA7-3772-17AD-CA7C1AC0723A}"/>
              </a:ext>
            </a:extLst>
          </p:cNvPr>
          <p:cNvPicPr>
            <a:picLocks noChangeAspect="1"/>
          </p:cNvPicPr>
          <p:nvPr/>
        </p:nvPicPr>
        <p:blipFill>
          <a:blip r:embed="rId7"/>
          <a:stretch>
            <a:fillRect/>
          </a:stretch>
        </p:blipFill>
        <p:spPr>
          <a:xfrm>
            <a:off x="805361" y="2571856"/>
            <a:ext cx="169164" cy="169164"/>
          </a:xfrm>
          <a:prstGeom prst="rect">
            <a:avLst/>
          </a:prstGeom>
        </p:spPr>
      </p:pic>
      <p:pic>
        <p:nvPicPr>
          <p:cNvPr id="35" name="slide_1_arrow_5_picture">
            <a:extLst>
              <a:ext uri="{FF2B5EF4-FFF2-40B4-BE49-F238E27FC236}">
                <a16:creationId xmlns:a16="http://schemas.microsoft.com/office/drawing/2014/main" id="{EA1F559E-45A6-7B70-CA22-829AFABFA9A9}"/>
              </a:ext>
            </a:extLst>
          </p:cNvPr>
          <p:cNvPicPr>
            <a:picLocks noChangeAspect="1"/>
          </p:cNvPicPr>
          <p:nvPr/>
        </p:nvPicPr>
        <p:blipFill>
          <a:blip r:embed="rId7"/>
          <a:stretch>
            <a:fillRect/>
          </a:stretch>
        </p:blipFill>
        <p:spPr>
          <a:xfrm>
            <a:off x="8229600" y="2574948"/>
            <a:ext cx="169164" cy="169164"/>
          </a:xfrm>
          <a:prstGeom prst="rect">
            <a:avLst/>
          </a:prstGeom>
        </p:spPr>
      </p:pic>
      <p:pic>
        <p:nvPicPr>
          <p:cNvPr id="36" name="slide_1_arrow_4_picture">
            <a:extLst>
              <a:ext uri="{FF2B5EF4-FFF2-40B4-BE49-F238E27FC236}">
                <a16:creationId xmlns:a16="http://schemas.microsoft.com/office/drawing/2014/main" id="{CC9A7599-891F-4CCC-52B4-07667B38FBD0}"/>
              </a:ext>
            </a:extLst>
          </p:cNvPr>
          <p:cNvPicPr>
            <a:picLocks noChangeAspect="1"/>
          </p:cNvPicPr>
          <p:nvPr/>
        </p:nvPicPr>
        <p:blipFill>
          <a:blip r:embed="rId7"/>
          <a:stretch>
            <a:fillRect/>
          </a:stretch>
        </p:blipFill>
        <p:spPr>
          <a:xfrm>
            <a:off x="6348413" y="2571856"/>
            <a:ext cx="169164" cy="169164"/>
          </a:xfrm>
          <a:prstGeom prst="rect">
            <a:avLst/>
          </a:prstGeom>
        </p:spPr>
      </p:pic>
    </p:spTree>
    <p:custDataLst>
      <p:custData r:id="rId1"/>
      <p:custData r:id="rId2"/>
    </p:custDataLst>
    <p:extLst>
      <p:ext uri="{BB962C8B-B14F-4D97-AF65-F5344CB8AC3E}">
        <p14:creationId xmlns:p14="http://schemas.microsoft.com/office/powerpoint/2010/main" val="3580095625"/>
      </p:ext>
    </p:extLst>
  </p:cSld>
  <p:clrMapOvr>
    <a:masterClrMapping/>
  </p:clrMapOvr>
</p:sld>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6" id="{5E05FAC9-D1E2-0E43-9A19-62F0E057630C}" vid="{1E3FD72A-64C4-E14A-BE5D-557E4FB2F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SlideFormConfiguration><![CDATA[{"formFields":[],"formDataEntries":[]}]]></TemplafySlideFormConfiguration>
</file>

<file path=customXml/item2.xml><?xml version="1.0" encoding="utf-8"?>
<TemplafySlideTemplateConfiguration><![CDATA[{"slideVersion":1,"isValidatorEnabled":false,"isLocked":false,"elementsMetadata":[],"slideId":"637710428586907651","enableDocumentContentUpdater":false,"version":"2.0"}]]></TemplafySlideTemplateConfiguration>
</file>

<file path=customXml/item3.xml><?xml version="1.0" encoding="utf-8"?>
<TemplafySlideFormConfiguration><![CDATA[{"formFields":[],"formDataEntries":[]}]]></TemplafySlideFormConfiguration>
</file>

<file path=customXml/item4.xml><?xml version="1.0" encoding="utf-8"?>
<TemplafyTemplateConfiguration><![CDATA[{"elementsMetadata":[],"transformationConfigurations":[],"templateName":"Figures Research","templateDescription":"Regularly recurring market reports with key takeaways by geography, industry, sector and area of focus","enableDocumentContentUpdater":false,"version":"2.0"}]]></Templafy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637710428586587329","enableDocumentContentUpdater":false,"version":"2.0"}]]></TemplafySlideTemplateConfiguration>
</file>

<file path=customXml/item8.xml><?xml version="1.0" encoding="utf-8"?>
<TemplafySlideFormConfiguration><![CDATA[{"formFields":[],"formDataEntries":[]}]]></TemplafySlideFormConfiguration>
</file>

<file path=customXml/item9.xml><?xml version="1.0" encoding="utf-8"?>
<TemplafySlideTemplateConfiguration><![CDATA[{"slideVersion":1,"isValidatorEnabled":false,"isLocked":false,"elementsMetadata":[],"slideId":"637710428586950120","enableDocumentContentUpdater":false,"version":"2.0"}]]></TemplafySlideTemplateConfiguration>
</file>

<file path=customXml/item10.xml><?xml version="1.0" encoding="utf-8"?>
<p:properties xmlns:p="http://schemas.microsoft.com/office/2006/metadata/properties" xmlns:xsi="http://www.w3.org/2001/XMLSchema-instance" xmlns:pc="http://schemas.microsoft.com/office/infopath/2007/PartnerControls">
  <documentManagement/>
</p:properties>
</file>

<file path=customXml/item11.xml><?xml version="1.0" encoding="utf-8"?>
<?mso-contentType ?>
<FormTemplates xmlns="http://schemas.microsoft.com/sharepoint/v3/contenttype/forms">
  <Display>DocumentLibraryForm</Display>
  <Edit>DocumentLibraryForm</Edit>
  <New>DocumentLibraryForm</New>
</FormTemplates>
</file>

<file path=customXml/item12.xml><?xml version="1.0" encoding="utf-8"?>
<TemplafySlideTemplateConfiguration><![CDATA[{"slideVersion":1,"isValidatorEnabled":false,"isLocked":false,"elementsMetadata":[],"slideId":"637710428586918441","enableDocumentContentUpdater":false,"version":"2.0"}]]></TemplafySlideTemplateConfiguration>
</file>

<file path=customXml/item13.xml><?xml version="1.0" encoding="utf-8"?>
<TemplafySlideTemplateConfiguration><![CDATA[{"slideVersion":1,"isValidatorEnabled":false,"isLocked":false,"elementsMetadata":[],"slideId":"637710428586826192","enableDocumentContentUpdater":false,"version":"2.0"}]]></TemplafySlideTemplateConfiguration>
</file>

<file path=customXml/item14.xml><?xml version="1.0" encoding="utf-8"?>
<TemplafySlideFormConfiguration><![CDATA[{"formFields":[],"formDataEntries":[]}]]></TemplafySlideFormConfiguration>
</file>

<file path=customXml/item15.xml><?xml version="1.0" encoding="utf-8"?>
<TemplafySlideTemplateConfiguration><![CDATA[{"slideVersion":1,"isValidatorEnabled":false,"isLocked":false,"elementsMetadata":[],"slideId":"637710428586907651","enableDocumentContentUpdater":false,"version":"2.0"}]]></TemplafySlideTemplateConfiguration>
</file>

<file path=customXml/item16.xml><?xml version="1.0" encoding="utf-8"?>
<TemplafySlideTemplateConfiguration><![CDATA[{"slideVersion":1,"isValidatorEnabled":false,"isLocked":false,"elementsMetadata":[],"slideId":"637710428586918441","enableDocumentContentUpdater":false,"version":"2.0"}]]></TemplafySlideTemplateConfiguration>
</file>

<file path=customXml/item17.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3" ma:contentTypeDescription="Create a new document." ma:contentTypeScope="" ma:versionID="4fedc0f6ef78ad638a6b5a0849e7a18f">
  <xsd:schema xmlns:xsd="http://www.w3.org/2001/XMLSchema" xmlns:xs="http://www.w3.org/2001/XMLSchema" xmlns:p="http://schemas.microsoft.com/office/2006/metadata/properties" xmlns:ns2="37f34b39-ae9a-42c3-aa23-9e04d25d7d68" xmlns:ns3="65f63ffe-09f2-48f2-a153-3382f1b870a7" targetNamespace="http://schemas.microsoft.com/office/2006/metadata/properties" ma:root="true" ma:fieldsID="01388ec4b89c4805cbc088a841c7f853" ns2:_="" ns3:_="">
    <xsd:import namespace="37f34b39-ae9a-42c3-aa23-9e04d25d7d68"/>
    <xsd:import namespace="65f63ffe-09f2-48f2-a153-3382f1b870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8.xml><?xml version="1.0" encoding="utf-8"?>
<TemplafyFormConfiguration><![CDATA[{"formFields":[],"formDataEntries":[]}]]></TemplafyFormConfiguration>
</file>

<file path=customXml/item19.xml><?xml version="1.0" encoding="utf-8"?>
<TemplafySlideFormConfiguration><![CDATA[{"formFields":[],"formDataEntries":[]}]]></TemplafySlideFormConfiguration>
</file>

<file path=customXml/itemProps1.xml><?xml version="1.0" encoding="utf-8"?>
<ds:datastoreItem xmlns:ds="http://schemas.openxmlformats.org/officeDocument/2006/customXml" ds:itemID="{210D0ECE-EB03-46B5-BB66-21A04B804858}">
  <ds:schemaRefs/>
</ds:datastoreItem>
</file>

<file path=customXml/itemProps2.xml><?xml version="1.0" encoding="utf-8"?>
<ds:datastoreItem xmlns:ds="http://schemas.openxmlformats.org/officeDocument/2006/customXml" ds:itemID="{CE1B153A-2F68-47AA-9A5C-40ADC25F8EE9}">
  <ds:schemaRefs/>
</ds:datastoreItem>
</file>

<file path=customXml/itemProps3.xml><?xml version="1.0" encoding="utf-8"?>
<ds:datastoreItem xmlns:ds="http://schemas.openxmlformats.org/officeDocument/2006/customXml" ds:itemID="{6CEF34A5-863D-43E5-85F1-3E366FB506A5}">
  <ds:schemaRefs/>
</ds:datastoreItem>
</file>

<file path=customXml/itemProps4.xml><?xml version="1.0" encoding="utf-8"?>
<ds:datastoreItem xmlns:ds="http://schemas.openxmlformats.org/officeDocument/2006/customXml" ds:itemID="{0627EAEC-6E82-412B-8BBE-A75F4261EB6E}">
  <ds:schemaRefs/>
</ds:datastoreItem>
</file>

<file path=customXml/itemProps5.xml><?xml version="1.0" encoding="utf-8"?>
<ds:datastoreItem xmlns:ds="http://schemas.openxmlformats.org/officeDocument/2006/customXml" ds:itemID="{031086C7-8170-414F-98F8-9D08D0482FA3}">
  <ds:schemaRefs/>
</ds:datastoreItem>
</file>

<file path=customXml/itemProps6.xml><?xml version="1.0" encoding="utf-8"?>
<ds:datastoreItem xmlns:ds="http://schemas.openxmlformats.org/officeDocument/2006/customXml" ds:itemID="{AA3288F3-1D9F-49BB-BDD6-370C0756141F}">
  <ds:schemaRefs/>
</ds:datastoreItem>
</file>

<file path=customXml/itemProps7.xml><?xml version="1.0" encoding="utf-8"?>
<ds:datastoreItem xmlns:ds="http://schemas.openxmlformats.org/officeDocument/2006/customXml" ds:itemID="{FCB9BDF9-8D0B-4A21-91C7-B45E2054D64F}">
  <ds:schemaRefs/>
</ds:datastoreItem>
</file>

<file path=customXml/itemProps8.xml><?xml version="1.0" encoding="utf-8"?>
<ds:datastoreItem xmlns:ds="http://schemas.openxmlformats.org/officeDocument/2006/customXml" ds:itemID="{A14E0F04-3979-4601-89E8-96C855458B98}">
  <ds:schemaRefs/>
</ds:datastoreItem>
</file>

<file path=customXml/itemProps9.xml><?xml version="1.0" encoding="utf-8"?>
<ds:datastoreItem xmlns:ds="http://schemas.openxmlformats.org/officeDocument/2006/customXml" ds:itemID="{4D2ABF8B-60BA-4166-A248-76BAD54EF60E}">
  <ds:schemaRefs/>
</ds:datastoreItem>
</file>

<file path=customXml/itemProps10.xml><?xml version="1.0" encoding="utf-8"?>
<ds:datastoreItem xmlns:ds="http://schemas.openxmlformats.org/officeDocument/2006/customXml" ds:itemID="{3866CC1B-8778-4E2F-80FB-72B1119E3573}">
  <ds:schemaRefs>
    <ds:schemaRef ds:uri="37f34b39-ae9a-42c3-aa23-9e04d25d7d68"/>
    <ds:schemaRef ds:uri="http://purl.org/dc/elements/1.1/"/>
    <ds:schemaRef ds:uri="http://purl.org/dc/terms/"/>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65f63ffe-09f2-48f2-a153-3382f1b870a7"/>
    <ds:schemaRef ds:uri="http://purl.org/dc/dcmitype/"/>
  </ds:schemaRefs>
</ds:datastoreItem>
</file>

<file path=customXml/itemProps11.xml><?xml version="1.0" encoding="utf-8"?>
<ds:datastoreItem xmlns:ds="http://schemas.openxmlformats.org/officeDocument/2006/customXml" ds:itemID="{232AE0FF-2F41-43E0-9ECC-98E8E7F9A095}">
  <ds:schemaRefs>
    <ds:schemaRef ds:uri="http://schemas.microsoft.com/sharepoint/v3/contenttype/forms"/>
  </ds:schemaRefs>
</ds:datastoreItem>
</file>

<file path=customXml/itemProps12.xml><?xml version="1.0" encoding="utf-8"?>
<ds:datastoreItem xmlns:ds="http://schemas.openxmlformats.org/officeDocument/2006/customXml" ds:itemID="{C9B8530F-F0E7-4108-B84F-14FDE78B6313}">
  <ds:schemaRefs/>
</ds:datastoreItem>
</file>

<file path=customXml/itemProps13.xml><?xml version="1.0" encoding="utf-8"?>
<ds:datastoreItem xmlns:ds="http://schemas.openxmlformats.org/officeDocument/2006/customXml" ds:itemID="{5FFA546B-4BB0-4D9B-BD46-A26F0FF5BA05}">
  <ds:schemaRefs/>
</ds:datastoreItem>
</file>

<file path=customXml/itemProps14.xml><?xml version="1.0" encoding="utf-8"?>
<ds:datastoreItem xmlns:ds="http://schemas.openxmlformats.org/officeDocument/2006/customXml" ds:itemID="{3CE4ABB1-A8D0-4BDA-960E-19A8E78C85CB}">
  <ds:schemaRefs/>
</ds:datastoreItem>
</file>

<file path=customXml/itemProps15.xml><?xml version="1.0" encoding="utf-8"?>
<ds:datastoreItem xmlns:ds="http://schemas.openxmlformats.org/officeDocument/2006/customXml" ds:itemID="{36EB031C-7AEB-40D6-87CF-E78365C48F96}">
  <ds:schemaRefs/>
</ds:datastoreItem>
</file>

<file path=customXml/itemProps16.xml><?xml version="1.0" encoding="utf-8"?>
<ds:datastoreItem xmlns:ds="http://schemas.openxmlformats.org/officeDocument/2006/customXml" ds:itemID="{2A35B555-51E5-4508-999D-0DB2223E8596}">
  <ds:schemaRefs/>
</ds:datastoreItem>
</file>

<file path=customXml/itemProps17.xml><?xml version="1.0" encoding="utf-8"?>
<ds:datastoreItem xmlns:ds="http://schemas.openxmlformats.org/officeDocument/2006/customXml" ds:itemID="{29A8C1AA-C515-40D6-B0B7-BB9CDBF5E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8.xml><?xml version="1.0" encoding="utf-8"?>
<ds:datastoreItem xmlns:ds="http://schemas.openxmlformats.org/officeDocument/2006/customXml" ds:itemID="{55F8E4E1-3083-46FE-84D1-003F25E9D5F2}">
  <ds:schemaRefs/>
</ds:datastoreItem>
</file>

<file path=customXml/itemProps19.xml><?xml version="1.0" encoding="utf-8"?>
<ds:datastoreItem xmlns:ds="http://schemas.openxmlformats.org/officeDocument/2006/customXml" ds:itemID="{80BDFBE0-DE12-4FFA-8804-5CB7F604B192}">
  <ds:schemaRefs/>
</ds:datastoreItem>
</file>

<file path=docMetadata/LabelInfo.xml><?xml version="1.0" encoding="utf-8"?>
<clbl:labelList xmlns:clbl="http://schemas.microsoft.com/office/2020/mipLabelMetadata">
  <clbl:label id="{9e767a3e-36d8-4341-a9b3-8a01d66037db}"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Figures Master - 20210903</Template>
  <TotalTime>529</TotalTime>
  <Words>81</Words>
  <Application>Microsoft Macintosh PowerPoint</Application>
  <PresentationFormat>Widescreen</PresentationFormat>
  <Paragraphs>14</Paragraphs>
  <Slides>1</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Arial</vt:lpstr>
      <vt:lpstr>Arial Narrow</vt:lpstr>
      <vt:lpstr>Barlow Condensed</vt:lpstr>
      <vt:lpstr>Barlow Condensed Light</vt:lpstr>
      <vt:lpstr>Barlow Condensed Thin</vt:lpstr>
      <vt:lpstr>Calibre</vt:lpstr>
      <vt:lpstr>Calibre Light</vt:lpstr>
      <vt:lpstr>Calibre Medium</vt:lpstr>
      <vt:lpstr>Calibre Semibold</vt:lpstr>
      <vt:lpstr>Calibri</vt:lpstr>
      <vt:lpstr>Financier Display</vt:lpstr>
      <vt:lpstr>SwissReSansOTLight</vt:lpstr>
      <vt:lpstr>Figures Master - 20210903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Mandel, Sofia  @ CBRE Marketing</dc:creator>
  <cp:lastModifiedBy>Geda, Utkarsh @ Global D&amp;T Contractor</cp:lastModifiedBy>
  <cp:revision>14</cp:revision>
  <dcterms:created xsi:type="dcterms:W3CDTF">2024-10-08T16:13:53Z</dcterms:created>
  <dcterms:modified xsi:type="dcterms:W3CDTF">2026-01-13T13:09:54Z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TemplafyTimeStamp">
    <vt:lpwstr>2021-10-28T18:34:19</vt:lpwstr>
  </property>
  <property fmtid="{D5CDD505-2E9C-101B-9397-08002B2CF9AE}" pid="4" name="TemplafyTenantId">
    <vt:lpwstr>cbre</vt:lpwstr>
  </property>
  <property fmtid="{D5CDD505-2E9C-101B-9397-08002B2CF9AE}" pid="5" name="TemplafyTemplateId">
    <vt:lpwstr>637710428582035062</vt:lpwstr>
  </property>
  <property fmtid="{D5CDD505-2E9C-101B-9397-08002B2CF9AE}" pid="6" name="TemplafyUserProfileId">
    <vt:lpwstr>637689480592126272</vt:lpwstr>
  </property>
  <property fmtid="{D5CDD505-2E9C-101B-9397-08002B2CF9AE}" pid="7" name="TemplafyFromBlank">
    <vt:bool>false</vt:bool>
  </property>
  <property fmtid="{D5CDD505-2E9C-101B-9397-08002B2CF9AE}" pid="8" name="HasRun">
    <vt:lpwstr>true</vt:lpwstr>
  </property>
</Properties>
</file>