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mini_Generated_Image_t7866at7866at7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828800" y="2286000"/>
            <a:ext cx="85039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800" b="1">
                <a:solidFill>
                  <a:srgbClr val="225E3F"/>
                </a:solidFill>
              </a:defRPr>
            </a:pPr>
            <a:r>
              <a:t>Presentation Title</a:t>
            </a:r>
          </a:p>
          <a:p>
            <a:pPr algn="ctr">
              <a:defRPr sz="2000">
                <a:solidFill>
                  <a:srgbClr val="3C7850"/>
                </a:solidFill>
              </a:defRPr>
            </a:pPr>
            <a:r>
              <a:t>Subtitle or Tagline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