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1D3"/>
    <a:srgbClr val="9C89B8"/>
    <a:srgbClr val="7A5470"/>
    <a:srgbClr val="BC8064"/>
    <a:srgbClr val="DBD9A6"/>
    <a:srgbClr val="8BE19E"/>
    <a:srgbClr val="495153"/>
    <a:srgbClr val="96B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14"/>
  </p:normalViewPr>
  <p:slideViewPr>
    <p:cSldViewPr snapToGrid="0">
      <p:cViewPr varScale="1">
        <p:scale>
          <a:sx n="115" d="100"/>
          <a:sy n="115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590982442381983E-2"/>
          <c:y val="2.8022094071923551E-2"/>
          <c:w val="0.53942247538973376"/>
          <c:h val="0.9443956083335459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96B8A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746-084D-8BEC-E6DA13D75F17}"/>
              </c:ext>
            </c:extLst>
          </c:dPt>
          <c:dPt>
            <c:idx val="1"/>
            <c:bubble3D val="0"/>
            <c:spPr>
              <a:solidFill>
                <a:srgbClr val="49515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46-084D-8BEC-E6DA13D75F17}"/>
              </c:ext>
            </c:extLst>
          </c:dPt>
          <c:dPt>
            <c:idx val="2"/>
            <c:bubble3D val="0"/>
            <c:spPr>
              <a:solidFill>
                <a:srgbClr val="8BE19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746-084D-8BEC-E6DA13D75F17}"/>
              </c:ext>
            </c:extLst>
          </c:dPt>
          <c:dPt>
            <c:idx val="3"/>
            <c:bubble3D val="0"/>
            <c:spPr>
              <a:solidFill>
                <a:srgbClr val="DBD9A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46-084D-8BEC-E6DA13D75F17}"/>
              </c:ext>
            </c:extLst>
          </c:dPt>
          <c:dPt>
            <c:idx val="4"/>
            <c:bubble3D val="0"/>
            <c:spPr>
              <a:solidFill>
                <a:srgbClr val="BC80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C746-084D-8BEC-E6DA13D75F17}"/>
              </c:ext>
            </c:extLst>
          </c:dPt>
          <c:dPt>
            <c:idx val="5"/>
            <c:bubble3D val="0"/>
            <c:spPr>
              <a:solidFill>
                <a:srgbClr val="7A547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46-084D-8BEC-E6DA13D75F17}"/>
              </c:ext>
            </c:extLst>
          </c:dPt>
          <c:dPt>
            <c:idx val="6"/>
            <c:bubble3D val="0"/>
            <c:spPr>
              <a:solidFill>
                <a:srgbClr val="9C89B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C746-084D-8BEC-E6DA13D75F17}"/>
              </c:ext>
            </c:extLst>
          </c:dPt>
          <c:dPt>
            <c:idx val="7"/>
            <c:bubble3D val="0"/>
            <c:spPr>
              <a:solidFill>
                <a:srgbClr val="CBD1D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746-084D-8BEC-E6DA13D75F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Government</c:v>
                </c:pt>
                <c:pt idx="1">
                  <c:v>Legal</c:v>
                </c:pt>
                <c:pt idx="2">
                  <c:v>Bussiness &amp; Financial Services</c:v>
                </c:pt>
                <c:pt idx="3">
                  <c:v>Non profit</c:v>
                </c:pt>
                <c:pt idx="4">
                  <c:v>Technology</c:v>
                </c:pt>
                <c:pt idx="5">
                  <c:v>Education</c:v>
                </c:pt>
                <c:pt idx="6">
                  <c:v>Creative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0.3</c:v>
                </c:pt>
                <c:pt idx="1">
                  <c:v>0.3</c:v>
                </c:pt>
                <c:pt idx="2">
                  <c:v>0.14000000000000001</c:v>
                </c:pt>
                <c:pt idx="3">
                  <c:v>0.13</c:v>
                </c:pt>
                <c:pt idx="4">
                  <c:v>0.04</c:v>
                </c:pt>
                <c:pt idx="5">
                  <c:v>0.03</c:v>
                </c:pt>
                <c:pt idx="6">
                  <c:v>0.02</c:v>
                </c:pt>
                <c:pt idx="7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6-084D-8BEC-E6DA13D75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100382225718623"/>
          <c:y val="0.22332539346853361"/>
          <c:w val="0.2170402318057755"/>
          <c:h val="0.549901425863616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100000"/>
            </a:lnSpc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7D9DF-96CE-B589-6BDB-6C42035E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BBC64-B183-7324-4E36-B6BF98A6A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4A9CC-92A2-06BF-4E5D-2B927A7E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A3D7C-80D7-1508-58FC-544938BA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D624C-A5BF-6D5C-408A-87C809AF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2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A633-7EF3-87C5-2815-F4AF2A47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E6B05-3410-C98C-D739-6ECE30F56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87EF9-EA8D-72E3-3993-CD79AC62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F38E1-677D-F60C-EDCB-0CA2BC0B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2CED-F1BE-3316-12F6-51DEE742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8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5B9E-E327-28EA-7C9C-043DBF35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01779-61A9-8B88-9532-F6C7DA7B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D9ABC-603B-2308-BA45-623970FF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4D770-58BB-2D38-19EE-5F60C0E9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57767-2D70-5CDB-8AD0-E4520CBB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4006-74EE-6602-ABED-A1EE025B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02184-6564-0BBF-1DF3-3E407173F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E659D-8DA9-FCAE-31D6-67D0213AD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7FE2C-EC52-B1AE-DA19-F71B634D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DDBFB-596C-CF04-8AB0-10774903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D15A3-EB18-D36E-1A4E-D50BB867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8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B8AF-A7E8-A0E2-881F-E99890BC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4AFA3-E638-50F6-3112-E66C52AC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019CE-1531-93CB-B730-D4CC07065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BB93C-65D8-67ED-CBC6-2C229E06A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F6AC3-D61C-EDEF-4B29-6ACCBBFAB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A5ACE5-5931-90D8-149C-4DAB2B3E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08D00-E0DC-AF7A-83AB-B5D13A8A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84340-1014-5CAA-FA91-88EA4278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D4CE-33F2-AE43-267D-9F37DB20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F7C02-FE50-8A64-D0AA-E0E7C52D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288E3-EACE-195C-B54E-89FF3EA9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DD678-1419-15B1-B83E-4A9C8EAD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8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97AE5-DE7D-B651-FD95-A24E305B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959C7-03D1-076E-2CA1-41AA5B46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4739F-296C-1679-305A-142ACF60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55C1-5D41-270B-E3D3-8959D7D3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1F86D-2B66-9F73-1813-1CBA581BC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A914-F679-91FB-7334-590DD586E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48DD3-D57E-E64B-245C-A8862775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3BC92-C590-78CF-3DA8-A7FF476C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A3138-D4E6-BE34-1673-70F9D6F9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80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8986-2C6F-EB8A-181D-7205B3C7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26BB8-8A72-D4CC-A163-B309D38C2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81618-AA1A-2F65-2C47-4FAEF70EF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66948-FD15-75B2-D4ED-D1A7D00D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A1736-5E65-1D41-95DB-0E18BB03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EE44C-6581-944D-10FB-7A6AC7B3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B10D-1C5D-2C05-9A29-FC20BB10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CFB0-4CAE-9F9A-C513-1FB65CDCE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6405-ED4D-8DD0-D836-046A36B5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0408-9720-B054-FC92-890533A0E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F642A-BEED-8E8F-1D79-6C94B367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9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BDBED-E8E5-626C-A4B2-803971F3D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3F290-0683-E2AF-FFD1-F996ECA7B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2B45-6141-18AC-1BB9-5D75A7F1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95B0-AB16-BBB8-2976-5C94C9B8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439A7-93A2-C757-CCC8-909D3406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D335C-E568-9A9B-AB65-BC76A898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2229E-E280-2DA8-8463-7AA09952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9999-150F-FED8-6C60-7E283F86D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424F2-1CB5-D44A-9B05-7ACB41D466B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5F07D-1710-7BE1-4B47-A652DF120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6819D-92DA-5C6D-DCDE-CAB2230F0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9DB20-9DE2-5D45-9999-B8349F5C5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6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9407E5-89C4-FD5C-CE04-B459D3223B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215467"/>
              </p:ext>
            </p:extLst>
          </p:nvPr>
        </p:nvGraphicFramePr>
        <p:xfrm>
          <a:off x="2849489" y="1587239"/>
          <a:ext cx="6493022" cy="3683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71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 Prateek</dc:creator>
  <cp:lastModifiedBy>Jain Prateek</cp:lastModifiedBy>
  <cp:revision>4</cp:revision>
  <dcterms:created xsi:type="dcterms:W3CDTF">2026-01-20T07:22:47Z</dcterms:created>
  <dcterms:modified xsi:type="dcterms:W3CDTF">2026-01-20T08:18:51Z</dcterms:modified>
</cp:coreProperties>
</file>