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52" autoAdjust="0"/>
    <p:restoredTop sz="94612"/>
  </p:normalViewPr>
  <p:slideViewPr>
    <p:cSldViewPr snapToGrid="0">
      <p:cViewPr varScale="1">
        <p:scale>
          <a:sx n="88" d="100"/>
          <a:sy n="88" d="100"/>
        </p:scale>
        <p:origin x="19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36321274159195E-2"/>
          <c:y val="0.13970139223350994"/>
          <c:w val="0.93730790055778901"/>
          <c:h val="0.5774411128907606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Absorption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Sheet1!$B$2:$B$20</c:f>
              <c:numCache>
                <c:formatCode>#,##0</c:formatCode>
                <c:ptCount val="19"/>
                <c:pt idx="0">
                  <c:v>1189309</c:v>
                </c:pt>
                <c:pt idx="1">
                  <c:v>818178</c:v>
                </c:pt>
                <c:pt idx="2">
                  <c:v>5826737</c:v>
                </c:pt>
                <c:pt idx="3">
                  <c:v>2422052</c:v>
                </c:pt>
                <c:pt idx="4">
                  <c:v>3974653</c:v>
                </c:pt>
                <c:pt idx="5">
                  <c:v>2171540</c:v>
                </c:pt>
                <c:pt idx="6">
                  <c:v>5259113</c:v>
                </c:pt>
                <c:pt idx="7">
                  <c:v>3031162</c:v>
                </c:pt>
                <c:pt idx="8">
                  <c:v>3054232</c:v>
                </c:pt>
                <c:pt idx="9">
                  <c:v>2650641</c:v>
                </c:pt>
                <c:pt idx="10">
                  <c:v>1300213</c:v>
                </c:pt>
                <c:pt idx="11">
                  <c:v>529376</c:v>
                </c:pt>
                <c:pt idx="12">
                  <c:v>1840255</c:v>
                </c:pt>
                <c:pt idx="13">
                  <c:v>2724274</c:v>
                </c:pt>
                <c:pt idx="14">
                  <c:v>696054</c:v>
                </c:pt>
                <c:pt idx="15">
                  <c:v>1736103</c:v>
                </c:pt>
                <c:pt idx="16">
                  <c:v>-547721</c:v>
                </c:pt>
                <c:pt idx="17">
                  <c:v>3342016</c:v>
                </c:pt>
                <c:pt idx="18">
                  <c:v>1406995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5C-4640-A68C-D8A290D412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77617352"/>
        <c:axId val="117761807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Rolling 4Q Avg</c:v>
                </c:pt>
              </c:strCache>
            </c:strRef>
          </c:tx>
          <c:spPr>
            <a:ln w="28575" cap="rnd">
              <a:solidFill>
                <a:srgbClr val="DBD99A"/>
              </a:solidFill>
              <a:round/>
            </a:ln>
            <a:effectLst/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2">
                  <c:v>2611408</c:v>
                </c:pt>
                <c:pt idx="3">
                  <c:v>2564069</c:v>
                </c:pt>
                <c:pt idx="4">
                  <c:v>3260405</c:v>
                </c:pt>
                <c:pt idx="5">
                  <c:v>3598745.5</c:v>
                </c:pt>
                <c:pt idx="6">
                  <c:v>3456839.5</c:v>
                </c:pt>
                <c:pt idx="7">
                  <c:v>3609117</c:v>
                </c:pt>
                <c:pt idx="8">
                  <c:v>3379011.75</c:v>
                </c:pt>
                <c:pt idx="9">
                  <c:v>3498787</c:v>
                </c:pt>
                <c:pt idx="10">
                  <c:v>2509062</c:v>
                </c:pt>
                <c:pt idx="11">
                  <c:v>1883615.5</c:v>
                </c:pt>
                <c:pt idx="12">
                  <c:v>1580121.25</c:v>
                </c:pt>
                <c:pt idx="13">
                  <c:v>1598529.5</c:v>
                </c:pt>
                <c:pt idx="14">
                  <c:v>1447489.75</c:v>
                </c:pt>
                <c:pt idx="15">
                  <c:v>1749171.5</c:v>
                </c:pt>
                <c:pt idx="16">
                  <c:v>1152177.5</c:v>
                </c:pt>
                <c:pt idx="17">
                  <c:v>1306613</c:v>
                </c:pt>
                <c:pt idx="18">
                  <c:v>1484348.25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5C-4640-A68C-D8A290D412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77617352"/>
        <c:axId val="1177618072"/>
      </c:lineChart>
      <c:catAx>
        <c:axId val="1177617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7618072"/>
        <c:crosses val="autoZero"/>
        <c:auto val="1"/>
        <c:lblAlgn val="ctr"/>
        <c:lblOffset val="100"/>
        <c:noMultiLvlLbl val="0"/>
      </c:catAx>
      <c:valAx>
        <c:axId val="1177618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12A2D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Sq. Ft.</a:t>
                </a:r>
                <a:r>
                  <a:rPr lang="en-US" baseline="0" dirty="0"/>
                  <a:t> millions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2.3262578460830582E-3"/>
              <c:y val="1.1451484638388899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900" b="0" i="0" u="none" strike="noStrike" kern="1200" baseline="0">
                  <a:solidFill>
                    <a:srgbClr val="012A2D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_);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7617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8416631681214022"/>
          <c:y val="0.91034733033904192"/>
          <c:w val="0.42799499286736375"/>
          <c:h val="8.44940835098315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12A2D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rgbClr val="012A2D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05784-3C72-A5E5-84B5-DF9D6FE62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DA691-03FA-857D-EEF6-C4DB54300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AF671-BF77-6D36-B03B-4910567A2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57A48-5841-4D7C-94CB-32EAE7BB7997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4F7AB-EEF5-5EDD-F616-21EBB247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94BD8-C0B3-9526-ED2F-33E5C0C38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0BBD-2D4A-44A8-890A-64EF7D74B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189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263E-81CF-0E0F-1996-EC15B8391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E600F-C811-3FC6-57AA-B488DB1A4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E9DE1-CD18-051E-A656-301814D90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57A48-5841-4D7C-94CB-32EAE7BB7997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39CB9-B457-234F-B592-DCEBD9E5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8AD2E-E183-3785-5957-71A26745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0BBD-2D4A-44A8-890A-64EF7D74B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545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F717-1B48-0E17-3974-2036BDA1D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618B5-3BEA-B0A9-15AC-8563964CC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D0F5C-1C5F-1090-04FA-06B537D5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57A48-5841-4D7C-94CB-32EAE7BB7997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67569-6B0F-84D6-4C1C-CF2AC700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A0859-5837-F0DB-B0E3-20B69574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0BBD-2D4A-44A8-890A-64EF7D74B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120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524C4-595A-3363-F852-257DF78AE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08F58-AF4D-24FA-8885-55BC706EA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EFC49-F98D-2FF3-D7D7-68017308D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FB63C-7B22-EF7F-6446-36B0AF12A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57A48-5841-4D7C-94CB-32EAE7BB7997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B6FDE-558A-FE3F-8AC3-CA5A63A2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73996-DB7C-9271-284F-756AEBD73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0BBD-2D4A-44A8-890A-64EF7D74B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00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A9C8-719B-B8AB-48B5-B30DA7264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97E6D-E56E-C1D2-F748-69A3E7993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5D372-1298-18B5-5529-2DBE240FB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095643-3B10-D243-3CC2-EB09A0122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6062C2-286B-BE11-E722-0D152A46C6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523654-C6D0-DA95-4435-6401745E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57A48-5841-4D7C-94CB-32EAE7BB7997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596CDD-D08A-BD9A-7E85-04E5DEF18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5B2D58-4148-9D22-DF21-BDF02D9F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0BBD-2D4A-44A8-890A-64EF7D74B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603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69E48-2B5E-719C-7061-F620D51D5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02604-BEA9-E31A-53BF-1835210D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57A48-5841-4D7C-94CB-32EAE7BB7997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1CF36E-7836-CDAB-5D63-549EC34DF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54D89-98CA-CCC1-CDB6-1E6429332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0BBD-2D4A-44A8-890A-64EF7D74B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46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35A814-3F8C-850B-E27F-458F1EBC0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57A48-5841-4D7C-94CB-32EAE7BB7997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DE0173-6B7F-D503-3335-56489E4A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6001D-1D3E-380F-84D8-19E85D21A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0BBD-2D4A-44A8-890A-64EF7D74B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51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9FEF3-AA7B-62AC-F1CB-35241076B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B9782-0263-1987-5C92-AE2C4C07C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583BE-3447-907B-CBFA-571C60EA1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FB00B-F365-3481-70FF-0B33B3BA6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57A48-5841-4D7C-94CB-32EAE7BB7997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8FD99-4270-AC0D-55F2-52A4282BD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CF400-1916-3ED9-B413-18FA50CE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0BBD-2D4A-44A8-890A-64EF7D74B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70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33C9A-ED98-7747-E280-CCB1CAE81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1B502-D4C7-AB5A-0DC3-33DFA3E93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E2A68-C948-D781-0332-442C6491E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7CC9A-2158-32DF-D51F-01D12AD4C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57A48-5841-4D7C-94CB-32EAE7BB7997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82606-FD6B-F106-8F8E-0E80DDB6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8DB82-7135-00CE-4E95-B64369D38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0BBD-2D4A-44A8-890A-64EF7D74B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803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9E934-D57E-60C2-E9CC-AF550D647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98F01-1E9B-020D-D0C0-B2282D49C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1513D-5213-BE2F-29B5-96B48AE7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57A48-5841-4D7C-94CB-32EAE7BB7997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7CD54-48DD-3D8C-50B5-580305920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4351F-B7B4-A213-B4BB-7F002CA6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0BBD-2D4A-44A8-890A-64EF7D74B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447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9390BF-2BB8-A993-E820-102E5E3DA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59204-8022-8972-5A08-A27C3E889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782D1-3B01-79A9-5280-4E21D5B1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57A48-5841-4D7C-94CB-32EAE7BB7997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983D4-9C9B-E58F-F57F-7D0F36FBF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2445F-6478-2F6D-F6BE-70C355EC0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C0BBD-2D4A-44A8-890A-64EF7D74B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878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F3F75-07F1-8C6C-7E06-A26783735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8C2DF-D751-7AE7-1DB9-F23D07AB8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0BFE2-7E0C-188F-BD73-2B127A31D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57A48-5841-4D7C-94CB-32EAE7BB7997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1BBE-982A-EC59-A193-7496D339A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1BB70-C13A-144E-281E-095DC2595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C0BBD-2D4A-44A8-890A-64EF7D74B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784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slide_3_chart_1">
            <a:extLst>
              <a:ext uri="{FF2B5EF4-FFF2-40B4-BE49-F238E27FC236}">
                <a16:creationId xmlns:a16="http://schemas.microsoft.com/office/drawing/2014/main" id="{FABB7624-C2BA-C572-5A64-F9505864EB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9367277"/>
              </p:ext>
            </p:extLst>
          </p:nvPr>
        </p:nvGraphicFramePr>
        <p:xfrm>
          <a:off x="2859625" y="1946969"/>
          <a:ext cx="5459412" cy="2368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00521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b24e89f-6132-424b-9c64-0340397f5d20}" enabled="1" method="Privileged" siteId="{0159e9d0-09a0-4edf-96ba-a3deea363c2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Mayilvaganan</dc:creator>
  <cp:lastModifiedBy>Jain Prateek</cp:lastModifiedBy>
  <cp:revision>5</cp:revision>
  <dcterms:created xsi:type="dcterms:W3CDTF">2025-09-30T07:27:07Z</dcterms:created>
  <dcterms:modified xsi:type="dcterms:W3CDTF">2025-12-03T09:26:07Z</dcterms:modified>
</cp:coreProperties>
</file>