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1"/>
  </p:notesMasterIdLst>
  <p:handoutMasterIdLst>
    <p:handoutMasterId r:id="rId22"/>
  </p:handoutMaster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37" autoAdjust="0"/>
    <p:restoredTop sz="96327" autoAdjust="0"/>
  </p:normalViewPr>
  <p:slideViewPr>
    <p:cSldViewPr showGuides="1">
      <p:cViewPr varScale="1">
        <p:scale>
          <a:sx n="117" d="100"/>
          <a:sy n="117" d="100"/>
        </p:scale>
        <p:origin x="200" y="264"/>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91" d="100"/>
          <a:sy n="91" d="100"/>
        </p:scale>
        <p:origin x="3928"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presProps" Target="presProps.xml"/><Relationship Id="rId10" Type="http://schemas.openxmlformats.org/officeDocument/2006/relationships/customXml" Target="../customXml/item10.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mming, Chris @ CBRE Research" userId="41be4c9d-571a-4efe-84e0-d63b4221eede" providerId="ADAL" clId="{740802C5-7380-4965-B1F1-61AF3D2270BA}"/>
    <pc:docChg chg="custSel modSld">
      <pc:chgData name="Hemming, Chris @ CBRE Research" userId="41be4c9d-571a-4efe-84e0-d63b4221eede" providerId="ADAL" clId="{740802C5-7380-4965-B1F1-61AF3D2270BA}" dt="2024-11-12T14:57:40.899" v="237" actId="113"/>
      <pc:docMkLst>
        <pc:docMk/>
      </pc:docMkLst>
      <pc:sldChg chg="modSp mod">
        <pc:chgData name="Hemming, Chris @ CBRE Research" userId="41be4c9d-571a-4efe-84e0-d63b4221eede" providerId="ADAL" clId="{740802C5-7380-4965-B1F1-61AF3D2270BA}" dt="2024-11-12T14:55:35.367" v="235"/>
        <pc:sldMkLst>
          <pc:docMk/>
          <pc:sldMk cId="167935546" sldId="2076137650"/>
        </pc:sldMkLst>
      </pc:sldChg>
      <pc:sldChg chg="modSp mod">
        <pc:chgData name="Hemming, Chris @ CBRE Research" userId="41be4c9d-571a-4efe-84e0-d63b4221eede" providerId="ADAL" clId="{740802C5-7380-4965-B1F1-61AF3D2270BA}" dt="2024-10-29T14:06:14.524" v="39" actId="15"/>
        <pc:sldMkLst>
          <pc:docMk/>
          <pc:sldMk cId="2896402138" sldId="2076137654"/>
        </pc:sldMkLst>
      </pc:sldChg>
      <pc:sldChg chg="modSp mod">
        <pc:chgData name="Hemming, Chris @ CBRE Research" userId="41be4c9d-571a-4efe-84e0-d63b4221eede" providerId="ADAL" clId="{740802C5-7380-4965-B1F1-61AF3D2270BA}" dt="2024-11-12T14:42:47.722" v="112" actId="20577"/>
        <pc:sldMkLst>
          <pc:docMk/>
          <pc:sldMk cId="3580095625" sldId="2076137655"/>
        </pc:sldMkLst>
      </pc:sldChg>
      <pc:sldChg chg="addSp delSp modSp mod">
        <pc:chgData name="Hemming, Chris @ CBRE Research" userId="41be4c9d-571a-4efe-84e0-d63b4221eede" providerId="ADAL" clId="{740802C5-7380-4965-B1F1-61AF3D2270BA}" dt="2024-11-01T17:07:00.102" v="105" actId="962"/>
        <pc:sldMkLst>
          <pc:docMk/>
          <pc:sldMk cId="3681101468" sldId="2076137662"/>
        </pc:sldMkLst>
      </pc:sldChg>
      <pc:sldChg chg="modSp mod">
        <pc:chgData name="Hemming, Chris @ CBRE Research" userId="41be4c9d-571a-4efe-84e0-d63b4221eede" providerId="ADAL" clId="{740802C5-7380-4965-B1F1-61AF3D2270BA}" dt="2024-11-12T14:57:40.899" v="237" actId="113"/>
        <pc:sldMkLst>
          <pc:docMk/>
          <pc:sldMk cId="4113535129" sldId="2076137666"/>
        </pc:sldMkLst>
      </pc:sldChg>
    </pc:docChg>
  </pc:docChgLst>
  <pc:docChgLst>
    <pc:chgData name="Askew, Dan @ CBRE Research" userId="34d7f703-648d-4de7-abba-b0fb10b2b09f" providerId="ADAL" clId="{5F078461-F61E-4C0A-8EBE-277B8A89E046}"/>
    <pc:docChg chg="modSld">
      <pc:chgData name="Askew, Dan @ CBRE Research" userId="34d7f703-648d-4de7-abba-b0fb10b2b09f" providerId="ADAL" clId="{5F078461-F61E-4C0A-8EBE-277B8A89E046}" dt="2025-06-24T16:22:48.895" v="5" actId="1076"/>
      <pc:docMkLst>
        <pc:docMk/>
      </pc:docMkLst>
      <pc:sldChg chg="modSp mod">
        <pc:chgData name="Askew, Dan @ CBRE Research" userId="34d7f703-648d-4de7-abba-b0fb10b2b09f" providerId="ADAL" clId="{5F078461-F61E-4C0A-8EBE-277B8A89E046}" dt="2025-06-24T16:22:48.895" v="5" actId="1076"/>
        <pc:sldMkLst>
          <pc:docMk/>
          <pc:sldMk cId="768152085" sldId="2076137665"/>
        </pc:sldMkLst>
        <pc:spChg chg="mod">
          <ac:chgData name="Askew, Dan @ CBRE Research" userId="34d7f703-648d-4de7-abba-b0fb10b2b09f" providerId="ADAL" clId="{5F078461-F61E-4C0A-8EBE-277B8A89E046}" dt="2025-06-24T16:22:48.895" v="5" actId="1076"/>
          <ac:spMkLst>
            <pc:docMk/>
            <pc:sldMk cId="768152085" sldId="2076137665"/>
            <ac:spMk id="4" creationId="{BB9DC703-A368-4A34-C09A-6FD1E0F84F16}"/>
          </ac:spMkLst>
        </pc:spChg>
        <pc:spChg chg="mod">
          <ac:chgData name="Askew, Dan @ CBRE Research" userId="34d7f703-648d-4de7-abba-b0fb10b2b09f" providerId="ADAL" clId="{5F078461-F61E-4C0A-8EBE-277B8A89E046}" dt="2025-06-24T16:22:42.078" v="4" actId="1076"/>
          <ac:spMkLst>
            <pc:docMk/>
            <pc:sldMk cId="768152085" sldId="2076137665"/>
            <ac:spMk id="8" creationId="{7A90F586-A5C2-454D-0729-E8B536723FFC}"/>
          </ac:spMkLst>
        </pc:spChg>
        <pc:spChg chg="mod">
          <ac:chgData name="Askew, Dan @ CBRE Research" userId="34d7f703-648d-4de7-abba-b0fb10b2b09f" providerId="ADAL" clId="{5F078461-F61E-4C0A-8EBE-277B8A89E046}" dt="2025-06-24T16:22:01.167" v="3" actId="179"/>
          <ac:spMkLst>
            <pc:docMk/>
            <pc:sldMk cId="768152085" sldId="2076137665"/>
            <ac:spMk id="11" creationId="{8FFEFE25-1167-4C8B-991D-D4B800FC5B6C}"/>
          </ac:spMkLst>
        </pc:spChg>
      </pc:sldChg>
    </pc:docChg>
  </pc:docChgLst>
  <pc:docChgLst>
    <pc:chgData name="Hemming, Chris @ CBRE Research" userId="41be4c9d-571a-4efe-84e0-d63b4221eede" providerId="ADAL" clId="{7AE9C633-8C14-4147-9363-6F8018EB64EC}"/>
    <pc:docChg chg="undo custSel modSld modMainMaster">
      <pc:chgData name="Hemming, Chris @ CBRE Research" userId="41be4c9d-571a-4efe-84e0-d63b4221eede" providerId="ADAL" clId="{7AE9C633-8C14-4147-9363-6F8018EB64EC}" dt="2024-10-25T14:50:11.981" v="327" actId="2711"/>
      <pc:docMkLst>
        <pc:docMk/>
      </pc:docMkLst>
      <pc:sldChg chg="addSp modSp mod">
        <pc:chgData name="Hemming, Chris @ CBRE Research" userId="41be4c9d-571a-4efe-84e0-d63b4221eede" providerId="ADAL" clId="{7AE9C633-8C14-4147-9363-6F8018EB64EC}" dt="2024-10-24T23:32:58.236" v="325" actId="962"/>
        <pc:sldMkLst>
          <pc:docMk/>
          <pc:sldMk cId="3300803627" sldId="2076137648"/>
        </pc:sldMkLst>
      </pc:sldChg>
      <pc:sldChg chg="modSp">
        <pc:chgData name="Hemming, Chris @ CBRE Research" userId="41be4c9d-571a-4efe-84e0-d63b4221eede" providerId="ADAL" clId="{7AE9C633-8C14-4147-9363-6F8018EB64EC}" dt="2024-10-17T15:36:42.173" v="285" actId="962"/>
        <pc:sldMkLst>
          <pc:docMk/>
          <pc:sldMk cId="167935546" sldId="2076137650"/>
        </pc:sldMkLst>
      </pc:sldChg>
      <pc:sldChg chg="addSp modSp mod">
        <pc:chgData name="Hemming, Chris @ CBRE Research" userId="41be4c9d-571a-4efe-84e0-d63b4221eede" providerId="ADAL" clId="{7AE9C633-8C14-4147-9363-6F8018EB64EC}" dt="2024-10-25T14:50:11.981" v="327" actId="2711"/>
        <pc:sldMkLst>
          <pc:docMk/>
          <pc:sldMk cId="2896402138" sldId="2076137654"/>
        </pc:sldMkLst>
      </pc:sldChg>
      <pc:sldChg chg="addSp delSp modSp mod">
        <pc:chgData name="Hemming, Chris @ CBRE Research" userId="41be4c9d-571a-4efe-84e0-d63b4221eede" providerId="ADAL" clId="{7AE9C633-8C14-4147-9363-6F8018EB64EC}" dt="2024-10-17T16:02:03.435" v="322" actId="20577"/>
        <pc:sldMkLst>
          <pc:docMk/>
          <pc:sldMk cId="3580095625" sldId="2076137655"/>
        </pc:sldMkLst>
      </pc:sldChg>
      <pc:sldChg chg="addSp modSp mod">
        <pc:chgData name="Hemming, Chris @ CBRE Research" userId="41be4c9d-571a-4efe-84e0-d63b4221eede" providerId="ADAL" clId="{7AE9C633-8C14-4147-9363-6F8018EB64EC}" dt="2024-10-17T15:33:22.002" v="262" actId="962"/>
        <pc:sldMkLst>
          <pc:docMk/>
          <pc:sldMk cId="768152085" sldId="2076137665"/>
        </pc:sldMkLst>
      </pc:sldChg>
      <pc:sldChg chg="modSp">
        <pc:chgData name="Hemming, Chris @ CBRE Research" userId="41be4c9d-571a-4efe-84e0-d63b4221eede" providerId="ADAL" clId="{7AE9C633-8C14-4147-9363-6F8018EB64EC}" dt="2024-10-17T15:37:02.086" v="287" actId="962"/>
        <pc:sldMkLst>
          <pc:docMk/>
          <pc:sldMk cId="4113535129" sldId="2076137666"/>
        </pc:sldMkLst>
      </pc:sldChg>
      <pc:sldMasterChg chg="modSp">
        <pc:chgData name="Hemming, Chris @ CBRE Research" userId="41be4c9d-571a-4efe-84e0-d63b4221eede" providerId="ADAL" clId="{7AE9C633-8C14-4147-9363-6F8018EB64EC}" dt="2024-10-21T20:12:36.604" v="324" actId="962"/>
        <pc:sldMasterMkLst>
          <pc:docMk/>
          <pc:sldMasterMk cId="201101775" sldId="2147484491"/>
        </pc:sldMasterMkLst>
      </pc:sldMasterChg>
    </pc:docChg>
  </pc:docChgLst>
  <pc:docChgLst>
    <pc:chgData name="Askew, Dan @ CBRE Research" userId="34d7f703-648d-4de7-abba-b0fb10b2b09f" providerId="ADAL" clId="{C06DD342-B54A-43E3-97BF-955055CF6DB0}"/>
    <pc:docChg chg="custSel modSld">
      <pc:chgData name="Askew, Dan @ CBRE Research" userId="34d7f703-648d-4de7-abba-b0fb10b2b09f" providerId="ADAL" clId="{C06DD342-B54A-43E3-97BF-955055CF6DB0}" dt="2024-12-13T17:28:08.218" v="147" actId="14100"/>
      <pc:docMkLst>
        <pc:docMk/>
      </pc:docMkLst>
      <pc:sldChg chg="modSp mod">
        <pc:chgData name="Askew, Dan @ CBRE Research" userId="34d7f703-648d-4de7-abba-b0fb10b2b09f" providerId="ADAL" clId="{C06DD342-B54A-43E3-97BF-955055CF6DB0}" dt="2024-12-13T17:28:08.218" v="147" actId="14100"/>
        <pc:sldMkLst>
          <pc:docMk/>
          <pc:sldMk cId="3681101468" sldId="2076137662"/>
        </pc:sldMkLst>
      </pc:sldChg>
    </pc:docChg>
  </pc:docChgLst>
  <pc:docChgLst>
    <pc:chgData name="Hemming, Chris @ CBRE Research" userId="41be4c9d-571a-4efe-84e0-d63b4221eede" providerId="ADAL" clId="{EB450024-E6F4-4B5F-B49F-4191FE1C6405}"/>
    <pc:docChg chg="modSld modMainMaster">
      <pc:chgData name="Hemming, Chris @ CBRE Research" userId="41be4c9d-571a-4efe-84e0-d63b4221eede" providerId="ADAL" clId="{EB450024-E6F4-4B5F-B49F-4191FE1C6405}" dt="2025-03-31T18:19:33.329" v="2" actId="207"/>
      <pc:docMkLst>
        <pc:docMk/>
      </pc:docMkLst>
      <pc:sldChg chg="addSp modSp">
        <pc:chgData name="Hemming, Chris @ CBRE Research" userId="41be4c9d-571a-4efe-84e0-d63b4221eede" providerId="ADAL" clId="{EB450024-E6F4-4B5F-B49F-4191FE1C6405}" dt="2025-03-31T18:19:24.364" v="1"/>
        <pc:sldMkLst>
          <pc:docMk/>
          <pc:sldMk cId="3681101468" sldId="2076137662"/>
        </pc:sldMkLst>
        <pc:spChg chg="add mod">
          <ac:chgData name="Hemming, Chris @ CBRE Research" userId="41be4c9d-571a-4efe-84e0-d63b4221eede" providerId="ADAL" clId="{EB450024-E6F4-4B5F-B49F-4191FE1C6405}" dt="2025-03-31T18:19:24.364" v="1"/>
          <ac:spMkLst>
            <pc:docMk/>
            <pc:sldMk cId="3681101468" sldId="2076137662"/>
            <ac:spMk id="2" creationId="{84995BF5-1748-874A-22B0-0EAD4E0B4F15}"/>
          </ac:spMkLst>
        </pc:spChg>
      </pc:sldChg>
      <pc:sldMasterChg chg="modSldLayout">
        <pc:chgData name="Hemming, Chris @ CBRE Research" userId="41be4c9d-571a-4efe-84e0-d63b4221eede" providerId="ADAL" clId="{EB450024-E6F4-4B5F-B49F-4191FE1C6405}" dt="2025-03-31T18:19:33.329" v="2" actId="207"/>
        <pc:sldMasterMkLst>
          <pc:docMk/>
          <pc:sldMasterMk cId="201101775" sldId="2147484491"/>
        </pc:sldMasterMkLst>
        <pc:sldLayoutChg chg="modSp mod">
          <pc:chgData name="Hemming, Chris @ CBRE Research" userId="41be4c9d-571a-4efe-84e0-d63b4221eede" providerId="ADAL" clId="{EB450024-E6F4-4B5F-B49F-4191FE1C6405}" dt="2025-03-31T18:19:33.329" v="2" actId="207"/>
          <pc:sldLayoutMkLst>
            <pc:docMk/>
            <pc:sldMasterMk cId="201101775" sldId="2147484491"/>
            <pc:sldLayoutMk cId="557618379" sldId="2147484578"/>
          </pc:sldLayoutMkLst>
          <pc:spChg chg="mod">
            <ac:chgData name="Hemming, Chris @ CBRE Research" userId="41be4c9d-571a-4efe-84e0-d63b4221eede" providerId="ADAL" clId="{EB450024-E6F4-4B5F-B49F-4191FE1C6405}" dt="2025-03-31T18:19:33.329" v="2" actId="207"/>
            <ac:spMkLst>
              <pc:docMk/>
              <pc:sldMasterMk cId="201101775" sldId="2147484491"/>
              <pc:sldLayoutMk cId="557618379" sldId="2147484578"/>
              <ac:spMk id="26" creationId="{F56DEEE1-982D-0D4B-AF8C-986AE25CF035}"/>
            </ac:spMkLst>
          </pc:spChg>
        </pc:sldLayoutChg>
      </pc:sldMasterChg>
    </pc:docChg>
  </pc:docChgLst>
  <pc:docChgLst>
    <pc:chgData name="Askew, Dan @ CBRE Research" userId="34d7f703-648d-4de7-abba-b0fb10b2b09f" providerId="ADAL" clId="{3BBFA970-DA22-4CCC-9C10-052757A6F727}"/>
    <pc:docChg chg="undo redo custSel modSld modMainMaster">
      <pc:chgData name="Askew, Dan @ CBRE Research" userId="34d7f703-648d-4de7-abba-b0fb10b2b09f" providerId="ADAL" clId="{3BBFA970-DA22-4CCC-9C10-052757A6F727}" dt="2024-10-08T21:59:32.926" v="746" actId="20577"/>
      <pc:docMkLst>
        <pc:docMk/>
      </pc:docMkLst>
      <pc:sldChg chg="delSp modSp mod">
        <pc:chgData name="Askew, Dan @ CBRE Research" userId="34d7f703-648d-4de7-abba-b0fb10b2b09f" providerId="ADAL" clId="{3BBFA970-DA22-4CCC-9C10-052757A6F727}" dt="2024-10-08T21:59:32.926" v="746" actId="20577"/>
        <pc:sldMkLst>
          <pc:docMk/>
          <pc:sldMk cId="3300803627" sldId="2076137648"/>
        </pc:sldMkLst>
      </pc:sldChg>
      <pc:sldChg chg="addSp delSp modSp mod">
        <pc:chgData name="Askew, Dan @ CBRE Research" userId="34d7f703-648d-4de7-abba-b0fb10b2b09f" providerId="ADAL" clId="{3BBFA970-DA22-4CCC-9C10-052757A6F727}" dt="2024-10-08T20:41:39.642" v="720"/>
        <pc:sldMkLst>
          <pc:docMk/>
          <pc:sldMk cId="167935546" sldId="2076137650"/>
        </pc:sldMkLst>
      </pc:sldChg>
      <pc:sldChg chg="addSp delSp modSp mod">
        <pc:chgData name="Askew, Dan @ CBRE Research" userId="34d7f703-648d-4de7-abba-b0fb10b2b09f" providerId="ADAL" clId="{3BBFA970-DA22-4CCC-9C10-052757A6F727}" dt="2024-10-08T21:59:15.118" v="736" actId="20577"/>
        <pc:sldMkLst>
          <pc:docMk/>
          <pc:sldMk cId="2896402138" sldId="2076137654"/>
        </pc:sldMkLst>
      </pc:sldChg>
      <pc:sldChg chg="modSp mod">
        <pc:chgData name="Askew, Dan @ CBRE Research" userId="34d7f703-648d-4de7-abba-b0fb10b2b09f" providerId="ADAL" clId="{3BBFA970-DA22-4CCC-9C10-052757A6F727}" dt="2024-10-08T21:59:06.409" v="732" actId="20577"/>
        <pc:sldMkLst>
          <pc:docMk/>
          <pc:sldMk cId="3580095625" sldId="2076137655"/>
        </pc:sldMkLst>
      </pc:sldChg>
      <pc:sldChg chg="modSp mod">
        <pc:chgData name="Askew, Dan @ CBRE Research" userId="34d7f703-648d-4de7-abba-b0fb10b2b09f" providerId="ADAL" clId="{3BBFA970-DA22-4CCC-9C10-052757A6F727}" dt="2024-10-08T21:59:23.558" v="740" actId="20577"/>
        <pc:sldMkLst>
          <pc:docMk/>
          <pc:sldMk cId="768152085" sldId="2076137665"/>
        </pc:sldMkLst>
      </pc:sldChg>
      <pc:sldChg chg="modSp mod">
        <pc:chgData name="Askew, Dan @ CBRE Research" userId="34d7f703-648d-4de7-abba-b0fb10b2b09f" providerId="ADAL" clId="{3BBFA970-DA22-4CCC-9C10-052757A6F727}" dt="2024-10-08T20:42:29.962" v="725" actId="20577"/>
        <pc:sldMkLst>
          <pc:docMk/>
          <pc:sldMk cId="4113535129" sldId="2076137666"/>
        </pc:sldMkLst>
      </pc:sldChg>
      <pc:sldMasterChg chg="modSldLayout">
        <pc:chgData name="Askew, Dan @ CBRE Research" userId="34d7f703-648d-4de7-abba-b0fb10b2b09f" providerId="ADAL" clId="{3BBFA970-DA22-4CCC-9C10-052757A6F727}" dt="2024-10-08T21:50:18.644" v="730"/>
        <pc:sldMasterMkLst>
          <pc:docMk/>
          <pc:sldMasterMk cId="201101775" sldId="2147484491"/>
        </pc:sldMasterMkLst>
        <pc:sldLayoutChg chg="modSp mod">
          <pc:chgData name="Askew, Dan @ CBRE Research" userId="34d7f703-648d-4de7-abba-b0fb10b2b09f" providerId="ADAL" clId="{3BBFA970-DA22-4CCC-9C10-052757A6F727}" dt="2024-10-08T21:50:11.922" v="728" actId="14100"/>
          <pc:sldLayoutMkLst>
            <pc:docMk/>
            <pc:sldMasterMk cId="201101775" sldId="2147484491"/>
            <pc:sldLayoutMk cId="3192801712" sldId="2147484576"/>
          </pc:sldLayoutMkLst>
        </pc:sldLayoutChg>
        <pc:sldLayoutChg chg="modSp mod">
          <pc:chgData name="Askew, Dan @ CBRE Research" userId="34d7f703-648d-4de7-abba-b0fb10b2b09f" providerId="ADAL" clId="{3BBFA970-DA22-4CCC-9C10-052757A6F727}" dt="2024-10-08T21:50:18.644" v="730"/>
          <pc:sldLayoutMkLst>
            <pc:docMk/>
            <pc:sldMasterMk cId="201101775" sldId="2147484491"/>
            <pc:sldLayoutMk cId="3248283139" sldId="2147484577"/>
          </pc:sldLayoutMkLst>
        </pc:sldLayoutChg>
        <pc:sldLayoutChg chg="modSp mod">
          <pc:chgData name="Askew, Dan @ CBRE Research" userId="34d7f703-648d-4de7-abba-b0fb10b2b09f" providerId="ADAL" clId="{3BBFA970-DA22-4CCC-9C10-052757A6F727}" dt="2024-10-08T21:50:16.209" v="729"/>
          <pc:sldLayoutMkLst>
            <pc:docMk/>
            <pc:sldMasterMk cId="201101775" sldId="2147484491"/>
            <pc:sldLayoutMk cId="557618379" sldId="2147484578"/>
          </pc:sldLayoutMkLst>
        </pc:sldLayoutChg>
      </pc:sldMasterChg>
    </pc:docChg>
  </pc:docChgLst>
  <pc:docChgLst>
    <pc:chgData name="Askew, Dan @ CBRE Research" userId="34d7f703-648d-4de7-abba-b0fb10b2b09f" providerId="ADAL" clId="{984BA562-CB4F-41A5-897C-E652EF909218}"/>
    <pc:docChg chg="undo custSel addSld modSld modMainMaster">
      <pc:chgData name="Askew, Dan @ CBRE Research" userId="34d7f703-648d-4de7-abba-b0fb10b2b09f" providerId="ADAL" clId="{984BA562-CB4F-41A5-897C-E652EF909218}" dt="2024-10-08T17:45:50.420" v="1499" actId="20577"/>
      <pc:docMkLst>
        <pc:docMk/>
      </pc:docMkLst>
      <pc:sldChg chg="addSp delSp modSp mod">
        <pc:chgData name="Askew, Dan @ CBRE Research" userId="34d7f703-648d-4de7-abba-b0fb10b2b09f" providerId="ADAL" clId="{984BA562-CB4F-41A5-897C-E652EF909218}" dt="2024-10-08T17:41:27.309" v="1489" actId="255"/>
        <pc:sldMkLst>
          <pc:docMk/>
          <pc:sldMk cId="3300803627" sldId="2076137648"/>
        </pc:sldMkLst>
      </pc:sldChg>
      <pc:sldChg chg="addSp delSp modSp mod">
        <pc:chgData name="Askew, Dan @ CBRE Research" userId="34d7f703-648d-4de7-abba-b0fb10b2b09f" providerId="ADAL" clId="{984BA562-CB4F-41A5-897C-E652EF909218}" dt="2024-10-08T17:39:10.199" v="1410" actId="20577"/>
        <pc:sldMkLst>
          <pc:docMk/>
          <pc:sldMk cId="167935546" sldId="2076137650"/>
        </pc:sldMkLst>
      </pc:sldChg>
      <pc:sldChg chg="addSp delSp modSp mod">
        <pc:chgData name="Askew, Dan @ CBRE Research" userId="34d7f703-648d-4de7-abba-b0fb10b2b09f" providerId="ADAL" clId="{984BA562-CB4F-41A5-897C-E652EF909218}" dt="2024-10-08T16:42:35.830" v="643" actId="20577"/>
        <pc:sldMkLst>
          <pc:docMk/>
          <pc:sldMk cId="2896402138" sldId="2076137654"/>
        </pc:sldMkLst>
      </pc:sldChg>
      <pc:sldChg chg="addSp delSp modSp mod">
        <pc:chgData name="Askew, Dan @ CBRE Research" userId="34d7f703-648d-4de7-abba-b0fb10b2b09f" providerId="ADAL" clId="{984BA562-CB4F-41A5-897C-E652EF909218}" dt="2024-10-08T17:45:20.994" v="1493" actId="20577"/>
        <pc:sldMkLst>
          <pc:docMk/>
          <pc:sldMk cId="3580095625" sldId="2076137655"/>
        </pc:sldMkLst>
      </pc:sldChg>
      <pc:sldChg chg="addSp delSp modSp mod">
        <pc:chgData name="Askew, Dan @ CBRE Research" userId="34d7f703-648d-4de7-abba-b0fb10b2b09f" providerId="ADAL" clId="{984BA562-CB4F-41A5-897C-E652EF909218}" dt="2024-10-08T16:51:46.591" v="813" actId="20577"/>
        <pc:sldMkLst>
          <pc:docMk/>
          <pc:sldMk cId="768152085" sldId="2076137665"/>
        </pc:sldMkLst>
      </pc:sldChg>
      <pc:sldChg chg="delSp modSp add mod">
        <pc:chgData name="Askew, Dan @ CBRE Research" userId="34d7f703-648d-4de7-abba-b0fb10b2b09f" providerId="ADAL" clId="{984BA562-CB4F-41A5-897C-E652EF909218}" dt="2024-10-08T17:39:16.692" v="1423" actId="20577"/>
        <pc:sldMkLst>
          <pc:docMk/>
          <pc:sldMk cId="4113535129" sldId="2076137666"/>
        </pc:sldMkLst>
      </pc:sldChg>
      <pc:sldMasterChg chg="modSp mod">
        <pc:chgData name="Askew, Dan @ CBRE Research" userId="34d7f703-648d-4de7-abba-b0fb10b2b09f" providerId="ADAL" clId="{984BA562-CB4F-41A5-897C-E652EF909218}" dt="2024-10-08T17:45:50.420" v="1499" actId="20577"/>
        <pc:sldMasterMkLst>
          <pc:docMk/>
          <pc:sldMasterMk cId="201101775" sldId="2147484491"/>
        </pc:sldMasterMkLst>
      </pc:sldMasterChg>
    </pc:docChg>
  </pc:docChgLst>
  <pc:docChgLst>
    <pc:chgData name="Askew, Dan @ CBRE Research" userId="34d7f703-648d-4de7-abba-b0fb10b2b09f" providerId="ADAL" clId="{262E3BF5-0AA3-479E-8EA5-57C4ED645AC8}"/>
    <pc:docChg chg="custSel addSld modSld">
      <pc:chgData name="Askew, Dan @ CBRE Research" userId="34d7f703-648d-4de7-abba-b0fb10b2b09f" providerId="ADAL" clId="{262E3BF5-0AA3-479E-8EA5-57C4ED645AC8}" dt="2025-03-25T16:24:45.723" v="244" actId="27918"/>
      <pc:docMkLst>
        <pc:docMk/>
      </pc:docMkLst>
      <pc:sldChg chg="modSp">
        <pc:chgData name="Askew, Dan @ CBRE Research" userId="34d7f703-648d-4de7-abba-b0fb10b2b09f" providerId="ADAL" clId="{262E3BF5-0AA3-479E-8EA5-57C4ED645AC8}" dt="2025-03-24T16:22:14.409" v="240" actId="20577"/>
        <pc:sldMkLst>
          <pc:docMk/>
          <pc:sldMk cId="3300803627" sldId="2076137648"/>
        </pc:sldMkLst>
      </pc:sldChg>
      <pc:sldChg chg="modSp mod">
        <pc:chgData name="Askew, Dan @ CBRE Research" userId="34d7f703-648d-4de7-abba-b0fb10b2b09f" providerId="ADAL" clId="{262E3BF5-0AA3-479E-8EA5-57C4ED645AC8}" dt="2025-03-25T16:24:45.723" v="244" actId="27918"/>
        <pc:sldMkLst>
          <pc:docMk/>
          <pc:sldMk cId="2896402138" sldId="2076137654"/>
        </pc:sldMkLst>
      </pc:sldChg>
      <pc:sldChg chg="modSp">
        <pc:chgData name="Askew, Dan @ CBRE Research" userId="34d7f703-648d-4de7-abba-b0fb10b2b09f" providerId="ADAL" clId="{262E3BF5-0AA3-479E-8EA5-57C4ED645AC8}" dt="2025-03-24T16:21:15.843" v="230" actId="6549"/>
        <pc:sldMkLst>
          <pc:docMk/>
          <pc:sldMk cId="3580095625" sldId="2076137655"/>
        </pc:sldMkLst>
      </pc:sldChg>
      <pc:sldChg chg="modSp">
        <pc:chgData name="Askew, Dan @ CBRE Research" userId="34d7f703-648d-4de7-abba-b0fb10b2b09f" providerId="ADAL" clId="{262E3BF5-0AA3-479E-8EA5-57C4ED645AC8}" dt="2025-03-24T16:21:32.702" v="232" actId="6549"/>
        <pc:sldMkLst>
          <pc:docMk/>
          <pc:sldMk cId="768152085" sldId="2076137665"/>
        </pc:sldMkLst>
      </pc:sldChg>
      <pc:sldChg chg="addSp delSp modSp new mod">
        <pc:chgData name="Askew, Dan @ CBRE Research" userId="34d7f703-648d-4de7-abba-b0fb10b2b09f" providerId="ADAL" clId="{262E3BF5-0AA3-479E-8EA5-57C4ED645AC8}" dt="2025-03-17T19:51:30.534" v="182" actId="1076"/>
        <pc:sldMkLst>
          <pc:docMk/>
          <pc:sldMk cId="152871194" sldId="20761376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20/01/2026</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20/01/2026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768095" y="3428999"/>
            <a:ext cx="5029200"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6347884" y="3428998"/>
            <a:ext cx="5459941"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768096" y="384048"/>
            <a:ext cx="9303004" cy="1835150"/>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2628329"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2847785"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448856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470801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6348795"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6568251"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1355726" y="3648539"/>
            <a:ext cx="166688" cy="166688"/>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1087438" y="3645363"/>
            <a:ext cx="166688" cy="168276"/>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827088" y="3645363"/>
            <a:ext cx="166688" cy="168276"/>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768096" y="3432810"/>
            <a:ext cx="5029200" cy="2853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768096" y="382589"/>
            <a:ext cx="9303004" cy="1839118"/>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2628471"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2847927"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448884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470830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634922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656867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6348413" y="3453766"/>
            <a:ext cx="5458968" cy="182880"/>
          </a:xfrm>
        </p:spPr>
        <p:txBody>
          <a:bodyPr anchor="t" anchorCtr="0"/>
          <a:lstStyle>
            <a:lvl1pPr>
              <a:defRPr sz="90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6348413" y="3713799"/>
            <a:ext cx="5458968" cy="2494743"/>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6348413" y="6286499"/>
            <a:ext cx="5458968" cy="118872"/>
          </a:xfrm>
        </p:spPr>
        <p:txBody>
          <a:bodyPr anchor="b" anchorCtr="0"/>
          <a:lstStyle>
            <a:lvl1pPr>
              <a:defRPr sz="800">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6348414" y="850392"/>
            <a:ext cx="5458968" cy="210312"/>
          </a:xfrm>
        </p:spPr>
        <p:txBody>
          <a:bodyPr anchor="t" anchorCtr="0"/>
          <a:lstStyle>
            <a:lvl1pPr>
              <a:defRPr sz="90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6348413" y="6176170"/>
            <a:ext cx="5458968"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6348413" y="1060704"/>
            <a:ext cx="5458968"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4865684"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864101" y="850392"/>
            <a:ext cx="6945693"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359727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864101" y="6176170"/>
            <a:ext cx="6945693"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864100" y="1060704"/>
            <a:ext cx="6945693"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3064" userDrawn="1">
          <p15:clr>
            <a:srgbClr val="FBAE40"/>
          </p15:clr>
        </p15:guide>
        <p15:guide id="2" pos="34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7154863"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7707313" y="850392"/>
            <a:ext cx="4102481"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639165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7707313" y="6176170"/>
            <a:ext cx="4102481"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7707313" y="1060704"/>
            <a:ext cx="4102481"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4507" userDrawn="1">
          <p15:clr>
            <a:srgbClr val="FBAE40"/>
          </p15:clr>
        </p15:guide>
        <p15:guide id="2" pos="485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766763"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6348857" y="850392"/>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6348857" y="1060703"/>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6348857" y="3314700"/>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6348857" y="3723355"/>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6348857" y="3933667"/>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6348857" y="6167438"/>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7614"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6351270" y="850392"/>
            <a:ext cx="5458968"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768096" y="859536"/>
            <a:ext cx="4526280" cy="128058"/>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768096" y="1123948"/>
            <a:ext cx="5458306" cy="4313240"/>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6349517" y="1123947"/>
            <a:ext cx="5458307" cy="2231319"/>
          </a:xfrm>
          <a:solidFill>
            <a:srgbClr val="F6F6F6"/>
          </a:solidFill>
        </p:spPr>
        <p:txBody>
          <a:bodyPr lIns="91440" tIns="54864" rIns="73152" bIns="54864"/>
          <a:lstStyle>
            <a:lvl1pPr>
              <a:spcBef>
                <a:spcPts val="1200"/>
              </a:spcBef>
              <a:defRPr sz="1100">
                <a:solidFill>
                  <a:schemeClr val="accent6"/>
                </a:solidFill>
                <a:latin typeface="Calibre Medium" panose="020B0603030202060203" pitchFamily="34" charset="0"/>
              </a:defRPr>
            </a:lvl1pPr>
            <a:lvl2pPr>
              <a:spcBef>
                <a:spcPts val="600"/>
              </a:spcBef>
              <a:spcAft>
                <a:spcPts val="0"/>
              </a:spcAft>
              <a:defRPr sz="950"/>
            </a:lvl2pPr>
            <a:lvl3pPr marL="115888" indent="-115888">
              <a:spcBef>
                <a:spcPts val="300"/>
              </a:spcBef>
              <a:buFont typeface="Calibre Light" panose="020B0303030202060203" pitchFamily="34" charset="0"/>
              <a:buChar char="–"/>
              <a:defRPr sz="950">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766763" y="7239000"/>
            <a:ext cx="1104106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6281738"/>
            <a:ext cx="12192000" cy="5762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6350077" y="3429000"/>
            <a:ext cx="2666923" cy="146683"/>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10893425" y="6370474"/>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766762" y="5734051"/>
            <a:ext cx="9742488" cy="859175"/>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6349518"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8209992"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10070466"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6349518"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8209992"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10070465"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768096" y="6473825"/>
            <a:ext cx="11039729" cy="283877"/>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914400" rtl="0" eaLnBrk="1" latinLnBrk="0" hangingPunct="1"/>
              <a:r>
                <a:rPr lang="en-US" sz="800"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a:solidFill>
                    <a:schemeClr val="tx1"/>
                  </a:solidFill>
                  <a:latin typeface="Calibre Light" panose="020B0303030202060203" pitchFamily="34" charset="0"/>
                  <a:ea typeface="+mn-ea"/>
                  <a:cs typeface="+mn-cs"/>
                </a:rPr>
                <a:t>© 2026 </a:t>
              </a:r>
              <a:r>
                <a:rPr lang="en-US" sz="900" b="0" kern="1200" cap="none" baseline="0" dirty="0">
                  <a:solidFill>
                    <a:schemeClr val="tx1"/>
                  </a:solidFill>
                  <a:latin typeface="Calibre Light" panose="020B0303030202060203" pitchFamily="34" charset="0"/>
                  <a:ea typeface="+mn-ea"/>
                  <a:cs typeface="+mn-cs"/>
                </a:rPr>
                <a:t>CBRE, INC</a:t>
              </a:r>
              <a:r>
                <a:rPr lang="en-US" sz="900" spc="20"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768096" y="0"/>
            <a:ext cx="11039729" cy="3810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768095" y="1936750"/>
            <a:ext cx="11039729" cy="4343587"/>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768096" y="1086196"/>
            <a:ext cx="11039727" cy="443346"/>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241" userDrawn="1">
          <p15:clr>
            <a:srgbClr val="F26B43"/>
          </p15:clr>
        </p15:guide>
        <p15:guide id="3" userDrawn="1">
          <p15:clr>
            <a:srgbClr val="F26B43"/>
          </p15:clr>
        </p15:guide>
        <p15:guide id="4" pos="483" userDrawn="1">
          <p15:clr>
            <a:srgbClr val="F26B43"/>
          </p15:clr>
        </p15:guide>
        <p15:guide id="5" orient="horz" pos="490" userDrawn="1">
          <p15:clr>
            <a:srgbClr val="F26B43"/>
          </p15:clr>
        </p15:guide>
        <p15:guide id="6" orient="horz" pos="568" userDrawn="1">
          <p15:clr>
            <a:srgbClr val="F26B43"/>
          </p15:clr>
        </p15:guide>
        <p15:guide id="7" orient="horz" pos="4078" userDrawn="1">
          <p15:clr>
            <a:srgbClr val="F26B43"/>
          </p15:clr>
        </p15:guide>
        <p15:guide id="8" orient="horz" pos="4320" userDrawn="1">
          <p15:clr>
            <a:srgbClr val="F26B43"/>
          </p15:clr>
        </p15:guide>
        <p15:guide id="9" pos="7438" userDrawn="1">
          <p15:clr>
            <a:srgbClr val="F26B43"/>
          </p15:clr>
        </p15:guide>
        <p15:guide id="10" pos="7680" userDrawn="1">
          <p15:clr>
            <a:srgbClr val="F26B43"/>
          </p15:clr>
        </p15:guide>
        <p15:guide id="11" orient="horz" pos="3751" userDrawn="1">
          <p15:clr>
            <a:srgbClr val="F26B43"/>
          </p15:clr>
        </p15:guide>
        <p15:guide id="12" orient="horz" pos="3829" userDrawn="1">
          <p15:clr>
            <a:srgbClr val="F26B43"/>
          </p15:clr>
        </p15:guide>
        <p15:guide id="13" orient="horz" pos="3425" userDrawn="1">
          <p15:clr>
            <a:srgbClr val="F26B43"/>
          </p15:clr>
        </p15:guide>
        <p15:guide id="14" orient="horz" pos="3503" userDrawn="1">
          <p15:clr>
            <a:srgbClr val="F26B43"/>
          </p15:clr>
        </p15:guide>
        <p15:guide id="15" orient="horz" pos="3099" userDrawn="1">
          <p15:clr>
            <a:srgbClr val="F26B43"/>
          </p15:clr>
        </p15:guide>
        <p15:guide id="16" orient="horz" pos="3177" userDrawn="1">
          <p15:clr>
            <a:srgbClr val="F26B43"/>
          </p15:clr>
        </p15:guide>
        <p15:guide id="17" orient="horz" pos="2773" userDrawn="1">
          <p15:clr>
            <a:srgbClr val="F26B43"/>
          </p15:clr>
        </p15:guide>
        <p15:guide id="18" orient="horz" pos="2851" userDrawn="1">
          <p15:clr>
            <a:srgbClr val="F26B43"/>
          </p15:clr>
        </p15:guide>
        <p15:guide id="19" orient="horz" pos="2447" userDrawn="1">
          <p15:clr>
            <a:srgbClr val="F26B43"/>
          </p15:clr>
        </p15:guide>
        <p15:guide id="20" orient="horz" pos="2525" userDrawn="1">
          <p15:clr>
            <a:srgbClr val="F26B43"/>
          </p15:clr>
        </p15:guide>
        <p15:guide id="21" orient="horz" pos="2121" userDrawn="1">
          <p15:clr>
            <a:srgbClr val="F26B43"/>
          </p15:clr>
        </p15:guide>
        <p15:guide id="22" orient="horz" pos="2199" userDrawn="1">
          <p15:clr>
            <a:srgbClr val="F26B43"/>
          </p15:clr>
        </p15:guide>
        <p15:guide id="23" orient="horz" pos="1794" userDrawn="1">
          <p15:clr>
            <a:srgbClr val="F26B43"/>
          </p15:clr>
        </p15:guide>
        <p15:guide id="24" orient="horz" pos="1872" userDrawn="1">
          <p15:clr>
            <a:srgbClr val="F26B43"/>
          </p15:clr>
        </p15:guide>
        <p15:guide id="25" orient="horz" pos="1468" userDrawn="1">
          <p15:clr>
            <a:srgbClr val="F26B43"/>
          </p15:clr>
        </p15:guide>
        <p15:guide id="26" orient="horz" pos="1546" userDrawn="1">
          <p15:clr>
            <a:srgbClr val="F26B43"/>
          </p15:clr>
        </p15:guide>
        <p15:guide id="27" orient="horz" pos="1142" userDrawn="1">
          <p15:clr>
            <a:srgbClr val="F26B43"/>
          </p15:clr>
        </p15:guide>
        <p15:guide id="28" orient="horz" pos="1220" userDrawn="1">
          <p15:clr>
            <a:srgbClr val="F26B43"/>
          </p15:clr>
        </p15:guide>
        <p15:guide id="29" orient="horz" pos="816" userDrawn="1">
          <p15:clr>
            <a:srgbClr val="F26B43"/>
          </p15:clr>
        </p15:guide>
        <p15:guide id="30" orient="horz" pos="894" userDrawn="1">
          <p15:clr>
            <a:srgbClr val="F26B43"/>
          </p15:clr>
        </p15:guide>
        <p15:guide id="31" pos="2749" userDrawn="1">
          <p15:clr>
            <a:srgbClr val="F26B43"/>
          </p15:clr>
        </p15:guide>
        <p15:guide id="32" pos="2827" userDrawn="1">
          <p15:clr>
            <a:srgbClr val="F26B43"/>
          </p15:clr>
        </p15:guide>
        <p15:guide id="33" pos="991" userDrawn="1">
          <p15:clr>
            <a:srgbClr val="F26B43"/>
          </p15:clr>
        </p15:guide>
        <p15:guide id="34" pos="1069" userDrawn="1">
          <p15:clr>
            <a:srgbClr val="F26B43"/>
          </p15:clr>
        </p15:guide>
        <p15:guide id="35" pos="3335" userDrawn="1">
          <p15:clr>
            <a:srgbClr val="F26B43"/>
          </p15:clr>
        </p15:guide>
        <p15:guide id="36" pos="3413" userDrawn="1">
          <p15:clr>
            <a:srgbClr val="F26B43"/>
          </p15:clr>
        </p15:guide>
        <p15:guide id="37" pos="1584" userDrawn="1">
          <p15:clr>
            <a:srgbClr val="F26B43"/>
          </p15:clr>
        </p15:guide>
        <p15:guide id="38" pos="1655" userDrawn="1">
          <p15:clr>
            <a:srgbClr val="F26B43"/>
          </p15:clr>
        </p15:guide>
        <p15:guide id="39" pos="2163" userDrawn="1">
          <p15:clr>
            <a:srgbClr val="F26B43"/>
          </p15:clr>
        </p15:guide>
        <p15:guide id="40" pos="2241" userDrawn="1">
          <p15:clr>
            <a:srgbClr val="F26B43"/>
          </p15:clr>
        </p15:guide>
        <p15:guide id="41" pos="3921" userDrawn="1">
          <p15:clr>
            <a:srgbClr val="F26B43"/>
          </p15:clr>
        </p15:guide>
        <p15:guide id="42" pos="3999" userDrawn="1">
          <p15:clr>
            <a:srgbClr val="F26B43"/>
          </p15:clr>
        </p15:guide>
        <p15:guide id="43" pos="6266" userDrawn="1">
          <p15:clr>
            <a:srgbClr val="F26B43"/>
          </p15:clr>
        </p15:guide>
        <p15:guide id="44" pos="6344" userDrawn="1">
          <p15:clr>
            <a:srgbClr val="F26B43"/>
          </p15:clr>
        </p15:guide>
        <p15:guide id="45" pos="4507" userDrawn="1">
          <p15:clr>
            <a:srgbClr val="F26B43"/>
          </p15:clr>
        </p15:guide>
        <p15:guide id="46" pos="4585" userDrawn="1">
          <p15:clr>
            <a:srgbClr val="F26B43"/>
          </p15:clr>
        </p15:guide>
        <p15:guide id="47" pos="6852" userDrawn="1">
          <p15:clr>
            <a:srgbClr val="F26B43"/>
          </p15:clr>
        </p15:guide>
        <p15:guide id="48" pos="6930" userDrawn="1">
          <p15:clr>
            <a:srgbClr val="F26B43"/>
          </p15:clr>
        </p15:guide>
        <p15:guide id="49" pos="5088" userDrawn="1">
          <p15:clr>
            <a:srgbClr val="F26B43"/>
          </p15:clr>
        </p15:guide>
        <p15:guide id="50" pos="5172" userDrawn="1">
          <p15:clr>
            <a:srgbClr val="F26B43"/>
          </p15:clr>
        </p15:guide>
        <p15:guide id="51" pos="5680" userDrawn="1">
          <p15:clr>
            <a:srgbClr val="F26B43"/>
          </p15:clr>
        </p15:guide>
        <p15:guide id="52" pos="5758" userDrawn="1">
          <p15:clr>
            <a:srgbClr val="F26B43"/>
          </p15:clr>
        </p15:guide>
        <p15:guide id="53" orient="horz" pos="163" userDrawn="1">
          <p15:clr>
            <a:srgbClr val="F26B43"/>
          </p15:clr>
        </p15:guide>
        <p15:guide id="54" orient="horz" pos="4156" userDrawn="1">
          <p15:clr>
            <a:srgbClr val="F26B43"/>
          </p15:clr>
        </p15:guide>
        <p15:guide id="55" orient="horz" pos="3957" userDrawn="1">
          <p15:clr>
            <a:srgbClr val="FBAE40"/>
          </p15:clr>
        </p15:guide>
        <p15:guide id="56" pos="3650" userDrawn="1">
          <p15:clr>
            <a:srgbClr val="F26B43"/>
          </p15:clr>
        </p15:guide>
      </p15:sldGuideLst>
    </p:ext>
  </p:extLst>
</p:sldMaster>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SlideTemplateConfiguration><![CDATA[{"slideVersion":1,"isValidatorEnabled":false,"isLocked":false,"elementsMetadata":[],"slideId":"637710428586826192","enableDocumentContentUpdater":false,"version":"2.0"}]]></TemplafySlideTemplateConfiguration>
</file>

<file path=customXml/item2.xml><?xml version="1.0" encoding="utf-8"?>
<TemplafySlideTemplateConfiguration><![CDATA[{"slideVersion":1,"isValidatorEnabled":false,"isLocked":false,"elementsMetadata":[],"slideId":"637710428586587329","enableDocumentContentUpdater":false,"version":"2.0"}]]></TemplafySlideTemplateConfiguration>
</file>

<file path=customXml/item3.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4.xml><?xml version="1.0" encoding="utf-8"?>
<TemplafySlideFormConfiguration><![CDATA[{"formFields":[],"formDataEntries":[]}]]></TemplafySlideFormConfiguration>
</file>

<file path=customXml/item5.xml><?xml version="1.0" encoding="utf-8"?>
<TemplafySlideFormConfiguration><![CDATA[{"formFields":[],"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p:properties>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1.xml><?xml version="1.0" encoding="utf-8"?>
<TemplafySlideTemplateConfiguration><![CDATA[{"slideVersion":1,"isValidatorEnabled":false,"isLocked":false,"elementsMetadata":[],"slideId":"637710428586907651","enableDocumentContentUpdater":false,"version":"2.0"}]]></TemplafySlideTemplateConfiguration>
</file>

<file path=customXml/item12.xml><?xml version="1.0" encoding="utf-8"?>
<TemplafySlideTemplateConfiguration><![CDATA[{"slideVersion":1,"isValidatorEnabled":false,"isLocked":false,"elementsMetadata":[],"slideId":"637710428586950120","enableDocumentContentUpdater":false,"version":"2.0"}]]></TemplafySlideTemplateConfiguration>
</file>

<file path=customXml/item13.xml><?xml version="1.0" encoding="utf-8"?>
<TemplafySlideFormConfiguration><![CDATA[{"formFields":[],"formDataEntries":[]}]]></TemplafySlideFormConfiguration>
</file>

<file path=customXml/item14.xml><?xml version="1.0" encoding="utf-8"?>
<TemplafySlideTemplateConfiguration><![CDATA[{"slideVersion":1,"isValidatorEnabled":false,"isLocked":false,"elementsMetadata":[],"slideId":"637710428586907651","enableDocumentContentUpdater":false,"version":"2.0"}]]></TemplafySlideTemplateConfiguration>
</file>

<file path=customXml/item15.xml><?xml version="1.0" encoding="utf-8"?>
<TemplafySlideTemplateConfiguration><![CDATA[{"slideVersion":1,"isValidatorEnabled":false,"isLocked":false,"elementsMetadata":[],"slideId":"637710428586918441","enableDocumentContentUpdater":false,"version":"2.0"}]]></TemplafySlideTemplateConfiguration>
</file>

<file path=customXml/item16.xml><?xml version="1.0" encoding="utf-8"?>
<TemplafyFormConfiguration><![CDATA[{"formFields":[],"formDataEntries":[]}]]></TemplafyFormConfiguration>
</file>

<file path=customXml/item17.xml><?xml version="1.0" encoding="utf-8"?>
<TemplafySlideTemplateConfiguration><![CDATA[{"slideVersion":1,"isValidatorEnabled":false,"isLocked":false,"elementsMetadata":[],"slideId":"637710428586918441","enableDocumentContentUpdater":false,"version":"2.0"}]]></TemplafySlideTemplateConfiguration>
</file>

<file path=customXml/item18.xml><?xml version="1.0" encoding="utf-8"?>
<?mso-contentType ?>
<FormTemplates xmlns="http://schemas.microsoft.com/sharepoint/v3/contenttype/forms">
  <Display>DocumentLibraryForm</Display>
  <Edit>DocumentLibraryForm</Edit>
  <New>DocumentLibraryForm</New>
</FormTemplates>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5FFA546B-4BB0-4D9B-BD46-A26F0FF5BA05}">
  <ds:schemaRefs/>
</ds:datastoreItem>
</file>

<file path=customXml/itemProps2.xml><?xml version="1.0" encoding="utf-8"?>
<ds:datastoreItem xmlns:ds="http://schemas.openxmlformats.org/officeDocument/2006/customXml" ds:itemID="{FCB9BDF9-8D0B-4A21-91C7-B45E2054D64F}">
  <ds:schemaRefs/>
</ds:datastoreItem>
</file>

<file path=customXml/itemProps3.xml><?xml version="1.0" encoding="utf-8"?>
<ds:datastoreItem xmlns:ds="http://schemas.openxmlformats.org/officeDocument/2006/customXml" ds:itemID="{0627EAEC-6E82-412B-8BBE-A75F4261EB6E}">
  <ds:schemaRefs/>
</ds:datastoreItem>
</file>

<file path=customXml/itemProps4.xml><?xml version="1.0" encoding="utf-8"?>
<ds:datastoreItem xmlns:ds="http://schemas.openxmlformats.org/officeDocument/2006/customXml" ds:itemID="{80BDFBE0-DE12-4FFA-8804-5CB7F604B192}">
  <ds:schemaRefs/>
</ds:datastoreItem>
</file>

<file path=customXml/itemProps5.xml><?xml version="1.0" encoding="utf-8"?>
<ds:datastoreItem xmlns:ds="http://schemas.openxmlformats.org/officeDocument/2006/customXml" ds:itemID="{210D0ECE-EB03-46B5-BB66-21A04B804858}">
  <ds:schemaRefs/>
</ds:datastoreItem>
</file>

<file path=customXml/itemProps6.xml><?xml version="1.0" encoding="utf-8"?>
<ds:datastoreItem xmlns:ds="http://schemas.openxmlformats.org/officeDocument/2006/customXml" ds:itemID="{3866CC1B-8778-4E2F-80FB-72B1119E3573}">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7f34b39-ae9a-42c3-aa23-9e04d25d7d68"/>
    <ds:schemaRef ds:uri="65f63ffe-09f2-48f2-a153-3382f1b870a7"/>
    <ds:schemaRef ds:uri="http://www.w3.org/XML/1998/namespace"/>
    <ds:schemaRef ds:uri="http://purl.org/dc/dcmitype/"/>
  </ds:schemaRefs>
</ds:datastoreItem>
</file>

<file path=customXml/itemProps7.xml><?xml version="1.0" encoding="utf-8"?>
<ds:datastoreItem xmlns:ds="http://schemas.openxmlformats.org/officeDocument/2006/customXml" ds:itemID="{031086C7-8170-414F-98F8-9D08D0482FA3}">
  <ds:schemaRefs/>
</ds:datastoreItem>
</file>

<file path=customXml/itemProps8.xml><?xml version="1.0" encoding="utf-8"?>
<ds:datastoreItem xmlns:ds="http://schemas.openxmlformats.org/officeDocument/2006/customXml" ds:itemID="{3CE4ABB1-A8D0-4BDA-960E-19A8E78C85CB}">
  <ds:schemaRefs/>
</ds:datastoreItem>
</file>

<file path=customXml/itemProps9.xml><?xml version="1.0" encoding="utf-8"?>
<ds:datastoreItem xmlns:ds="http://schemas.openxmlformats.org/officeDocument/2006/customXml" ds:itemID="{A14E0F04-3979-4601-89E8-96C855458B98}">
  <ds:schemaRefs/>
</ds:datastoreItem>
</file>

<file path=customXml/itemProps10.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1.xml><?xml version="1.0" encoding="utf-8"?>
<ds:datastoreItem xmlns:ds="http://schemas.openxmlformats.org/officeDocument/2006/customXml" ds:itemID="{CE1B153A-2F68-47AA-9A5C-40ADC25F8EE9}">
  <ds:schemaRefs/>
</ds:datastoreItem>
</file>

<file path=customXml/itemProps12.xml><?xml version="1.0" encoding="utf-8"?>
<ds:datastoreItem xmlns:ds="http://schemas.openxmlformats.org/officeDocument/2006/customXml" ds:itemID="{4D2ABF8B-60BA-4166-A248-76BAD54EF60E}">
  <ds:schemaRefs/>
</ds:datastoreItem>
</file>

<file path=customXml/itemProps13.xml><?xml version="1.0" encoding="utf-8"?>
<ds:datastoreItem xmlns:ds="http://schemas.openxmlformats.org/officeDocument/2006/customXml" ds:itemID="{6CEF34A5-863D-43E5-85F1-3E366FB506A5}">
  <ds:schemaRefs/>
</ds:datastoreItem>
</file>

<file path=customXml/itemProps14.xml><?xml version="1.0" encoding="utf-8"?>
<ds:datastoreItem xmlns:ds="http://schemas.openxmlformats.org/officeDocument/2006/customXml" ds:itemID="{36EB031C-7AEB-40D6-87CF-E78365C48F96}">
  <ds:schemaRefs/>
</ds:datastoreItem>
</file>

<file path=customXml/itemProps15.xml><?xml version="1.0" encoding="utf-8"?>
<ds:datastoreItem xmlns:ds="http://schemas.openxmlformats.org/officeDocument/2006/customXml" ds:itemID="{C9B8530F-F0E7-4108-B84F-14FDE78B6313}">
  <ds:schemaRefs/>
</ds:datastoreItem>
</file>

<file path=customXml/itemProps16.xml><?xml version="1.0" encoding="utf-8"?>
<ds:datastoreItem xmlns:ds="http://schemas.openxmlformats.org/officeDocument/2006/customXml" ds:itemID="{55F8E4E1-3083-46FE-84D1-003F25E9D5F2}">
  <ds:schemaRefs/>
</ds:datastoreItem>
</file>

<file path=customXml/itemProps17.xml><?xml version="1.0" encoding="utf-8"?>
<ds:datastoreItem xmlns:ds="http://schemas.openxmlformats.org/officeDocument/2006/customXml" ds:itemID="{2A35B555-51E5-4508-999D-0DB2223E8596}">
  <ds:schemaRefs/>
</ds:datastoreItem>
</file>

<file path=customXml/itemProps18.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19.xml><?xml version="1.0" encoding="utf-8"?>
<ds:datastoreItem xmlns:ds="http://schemas.openxmlformats.org/officeDocument/2006/customXml" ds:itemID="{AA3288F3-1D9F-49BB-BDD6-370C0756141F}">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440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0</vt:i4>
      </vt:variant>
    </vt:vector>
  </HeadingPairs>
  <TitlesOfParts>
    <vt:vector size="13" baseType="lpstr">
      <vt:lpstr>Arial</vt:lpstr>
      <vt:lpstr>Arial Narrow</vt:lpstr>
      <vt:lpstr>Barlow Condensed</vt:lpstr>
      <vt:lpstr>Barlow Condensed Light</vt:lpstr>
      <vt:lpstr>Barlow Condensed Thin</vt:lpstr>
      <vt:lpstr>Calibre</vt:lpstr>
      <vt:lpstr>Calibre Light</vt:lpstr>
      <vt:lpstr>Calibre Medium</vt:lpstr>
      <vt:lpstr>Calibre Semibold</vt:lpstr>
      <vt:lpstr>Calibri</vt:lpstr>
      <vt:lpstr>Financier Display</vt:lpstr>
      <vt:lpstr>SwissReSansOTLight</vt:lpstr>
      <vt:lpstr>Figures Master - 20210903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Jain Prateek</cp:lastModifiedBy>
  <cp:revision>7</cp:revision>
  <dcterms:created xsi:type="dcterms:W3CDTF">2024-10-08T16:13:53Z</dcterms:created>
  <dcterms:modified xsi:type="dcterms:W3CDTF">2026-01-20T08:19:44Z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