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E597"/>
    <a:srgbClr val="A2A9AA"/>
    <a:srgbClr val="2236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714"/>
  </p:normalViewPr>
  <p:slideViewPr>
    <p:cSldViewPr snapToGrid="0">
      <p:cViewPr varScale="1">
        <p:scale>
          <a:sx n="88" d="100"/>
          <a:sy n="88" d="100"/>
        </p:scale>
        <p:origin x="208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634877303157806E-2"/>
          <c:y val="9.3749994232898981E-3"/>
          <c:w val="0.97997152786888275"/>
          <c:h val="0.9484375031719055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6CE597"/>
            </a:solidFill>
            <a:ln>
              <a:noFill/>
            </a:ln>
            <a:effectLst/>
          </c:spPr>
          <c:invertIfNegative val="0"/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183334947062524"/>
                      <c:h val="0.1303359294822878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A7EA-AC41-B2D3-CCFC24EE65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1">
                  <c:v>Category 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1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E6-714A-A73A-EC70391A9F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A2A9AA"/>
            </a:solidFill>
            <a:ln>
              <a:noFill/>
            </a:ln>
            <a:effectLst/>
          </c:spPr>
          <c:invertIfNegative val="0"/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812854559159472"/>
                      <c:h val="0.1373671790497552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A7EA-AC41-B2D3-CCFC24EE65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1">
                  <c:v>Category 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1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E6-714A-A73A-EC70391A9F7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223662"/>
            </a:solidFill>
            <a:ln>
              <a:noFill/>
            </a:ln>
            <a:effectLst/>
          </c:spPr>
          <c:invertIfNegative val="0"/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802467320331633"/>
                      <c:h val="9.04921819333057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A7EA-AC41-B2D3-CCFC24EE65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1">
                  <c:v>Category 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E6-714A-A73A-EC70391A9F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pPr/>
        </c:dLbls>
        <c:gapWidth val="0"/>
        <c:overlap val="100"/>
        <c:axId val="1451906752"/>
        <c:axId val="1451908544"/>
      </c:barChart>
      <c:catAx>
        <c:axId val="14519067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51908544"/>
        <c:crosses val="autoZero"/>
        <c:auto val="1"/>
        <c:lblAlgn val="ctr"/>
        <c:lblOffset val="100"/>
        <c:noMultiLvlLbl val="0"/>
      </c:catAx>
      <c:valAx>
        <c:axId val="1451908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51906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6C93D-EB6A-F8F3-8198-F88E06045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016069-BF4A-3AB9-947A-36D6149E1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97827-4BC8-8AF3-E2F5-A6CB15900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44FE-8EBB-174C-A2F0-870A82387922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098B8-DA43-76FD-5B92-0953B0314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7E16F-F11E-8B65-A192-F6CC6AD58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65C3-ED07-5648-AAA2-BE3CE0682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05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52C15-1F50-5650-6BE5-526FFE8B2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0E840-A528-BD58-6EBC-6C1F6A9BC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4EBCA-2D9B-76E1-C396-B946AA783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44FE-8EBB-174C-A2F0-870A82387922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7068C-8B28-3609-F89E-421464ED1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4C71A-2256-2EFA-8D97-F618A6D34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65C3-ED07-5648-AAA2-BE3CE0682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41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CF397-DC0B-CE15-771E-A3725A9D5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3E3B-1B81-9814-394E-83FC2A820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843FB-3BC9-D6BF-F53E-4604621D2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44FE-8EBB-174C-A2F0-870A82387922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337E1-12A5-8BB5-6DD1-0F4B43869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3707C-9FB5-7980-6085-37841F310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65C3-ED07-5648-AAA2-BE3CE0682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5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F40AF-6D0C-A6C4-6433-B8531866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4DD56-27AF-FC78-4860-D2B84D8DF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2EFB4-FA83-CD8E-F9E1-69F66D009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11FEC-200F-BC83-F005-60861D622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44FE-8EBB-174C-A2F0-870A82387922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3054B-5D9F-C822-5308-E485F7A7E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2B5D1-19B0-5EDB-4E3D-C988C5500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65C3-ED07-5648-AAA2-BE3CE0682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29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1F131-321B-1E20-C14B-2896193DD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EBA94-15E5-4F67-66C0-1C4C24846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25D8-5252-4CD4-87EB-5F9564C58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87315C-FCBD-9B93-B078-B3C3053F5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9EF67-1E11-2C61-B123-277382CAE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05220D-5BD8-2EB7-F9B0-E4B35E48E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44FE-8EBB-174C-A2F0-870A82387922}" type="datetimeFigureOut">
              <a:rPr lang="en-US" smtClean="0"/>
              <a:t>1/22/26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885BA5-FEC2-08A8-57EA-89F6BDA0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AEBCD3-EFB8-A9E1-6164-12E64EB8A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65C3-ED07-5648-AAA2-BE3CE0682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85673-4A08-8B21-2D13-9699084BA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9B4089-7E04-B975-B05F-486F54D8C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44FE-8EBB-174C-A2F0-870A82387922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44384-BEB5-A1B8-B069-9ACC9F139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B799D9-5608-4E30-D5E2-89E95431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65C3-ED07-5648-AAA2-BE3CE0682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95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2AD5BD-23E7-66AC-43C2-98EA9B479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44FE-8EBB-174C-A2F0-870A82387922}" type="datetimeFigureOut">
              <a:rPr lang="en-US" smtClean="0"/>
              <a:t>1/22/26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B8936B-0D34-EA91-D4BC-0214C9CDA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11388-EE25-705D-0C56-757992F33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65C3-ED07-5648-AAA2-BE3CE0682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44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594F-6629-58E0-38C0-986E4F972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D6851-18D7-3E76-F69E-B350495AF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8FA80-B23C-DF1E-8F9B-614928D4F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1E5E6-B6B5-65A9-2705-586DE96E0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44FE-8EBB-174C-A2F0-870A82387922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C41A5-426C-EB17-62FC-2C7693393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66C3A-5D5B-E1A9-2263-27937CCF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65C3-ED07-5648-AAA2-BE3CE0682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898E6-6415-6F62-C991-71B9EC923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98607E-DA70-C920-0012-F4995FB2C0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FCD08-0D7A-0001-D6AA-71486B47F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DC2AB-C4E3-0868-679A-C4FC465A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44FE-8EBB-174C-A2F0-870A82387922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863C5-A98A-26C3-7339-041031858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3BC6F-856F-4CE3-A329-7FE705643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65C3-ED07-5648-AAA2-BE3CE0682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1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4119-26C9-B4C3-D142-51AB86D3C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27DA9-939B-796E-B9BF-C27046DFC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C4C84-09DB-81CA-6BDA-8497C5066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44FE-8EBB-174C-A2F0-870A82387922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4B58A-45F5-B527-4107-7F3DC879F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EBF1A-68BA-DCBD-79E8-CAFEA54A7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65C3-ED07-5648-AAA2-BE3CE0682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45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D88EE5-5728-F923-1C64-BD3E094E89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86BB9-EDFD-74D3-DA30-B279E4132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BFB04-4C8A-1F3B-07B8-5C4C85C6F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44FE-8EBB-174C-A2F0-870A82387922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F01C-6575-5CA7-1CF8-EDB92BD12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5D467-B537-A30E-B2EC-05A0BB984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65C3-ED07-5648-AAA2-BE3CE0682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265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DA8433-D23B-22B0-FAF6-7956BF7E9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89C65-0CF4-B94A-8D3D-9C721AD1B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1CE4B-8039-53F5-9CEC-B36342358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744FE-8EBB-174C-A2F0-870A82387922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5F65C-CD58-CEBD-D557-52027B1BF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17968-1937-86B6-1F0F-595F793A9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2F65C3-ED07-5648-AAA2-BE3CE0682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6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85B542A-3EA9-53CD-A33E-4F830E5247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7421393"/>
              </p:ext>
            </p:extLst>
          </p:nvPr>
        </p:nvGraphicFramePr>
        <p:xfrm>
          <a:off x="3069883" y="818140"/>
          <a:ext cx="6052234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77944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9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Jain Prateek</dc:creator>
  <cp:lastModifiedBy>Jain Prateek</cp:lastModifiedBy>
  <cp:revision>3</cp:revision>
  <dcterms:created xsi:type="dcterms:W3CDTF">2026-01-21T09:46:34Z</dcterms:created>
  <dcterms:modified xsi:type="dcterms:W3CDTF">2026-01-22T10:42:31Z</dcterms:modified>
</cp:coreProperties>
</file>