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49" r:id="rId3"/>
    <p:sldMasterId id="2147483650" r:id="rId4"/>
    <p:sldMasterId id="2147483651" r:id="rId5"/>
    <p:sldMasterId id="2147483652" r:id="rId6"/>
    <p:sldMasterId id="2147483653" r:id="rId7"/>
    <p:sldMasterId id="2147483654" r:id="rId8"/>
    <p:sldMasterId id="2147483655" r:id="rId9"/>
    <p:sldMasterId id="2147483656" r:id="rId10"/>
    <p:sldMasterId id="2147483658" r:id="rId11"/>
    <p:sldMasterId id="2147483659" r:id="rId12"/>
  </p:sldMasterIdLst>
  <p:sldIdLst>
    <p:sldId id="256" r:id="rId13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3BF2481-5966-4255-A9C3-FE1DAEBB80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ECC1E62-6995-43E0-90BB-481C6587992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B91102-D35B-4136-B688-34FB69C6ECD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anchorCtr="1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5016AD-FD1C-491E-AFEC-7BAAD6D167F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3CE1F8-6451-4139-98CF-AEC37F6CD15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E4FE11-006C-4F39-AC18-143D86407F5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DE14C4-E39B-4C52-A501-11B5D2C8183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542248F-9110-4D44-91E9-DCDD379B2FA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743FFD4-C758-4191-B967-F1DF2960D20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EE61C9-DAA1-49FF-B58B-24B8C06BC7A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408D47-9B4B-4B95-810C-9AB91467970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E798B5-1D98-46F0-A185-44870A78DF2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" descr="Gemini_Generated_Image_nhdfienhdfienhdf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60" name="TextBox 2"/>
          <p:cNvSpPr/>
          <p:nvPr/>
        </p:nvSpPr>
        <p:spPr>
          <a:xfrm>
            <a:off x="4632840" y="1920240"/>
            <a:ext cx="30445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4800" spc="-1" strike="noStrike">
                <a:solidFill>
                  <a:srgbClr val="3c2814"/>
                </a:solidFill>
                <a:latin typeface="Comic Sans MS"/>
              </a:rPr>
              <a:t>Thank you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4914000" y="2834640"/>
            <a:ext cx="223848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503c28"/>
                </a:solidFill>
                <a:latin typeface="Comic Sans MS"/>
              </a:rPr>
              <a:t>for your business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2026-05-05T17:47:43Z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