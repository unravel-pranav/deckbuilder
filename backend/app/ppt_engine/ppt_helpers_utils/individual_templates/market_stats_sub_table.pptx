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91" r:id="rId20"/>
  </p:sldMasterIdLst>
  <p:notesMasterIdLst>
    <p:notesMasterId r:id="rId22"/>
  </p:notesMasterIdLst>
  <p:handoutMasterIdLst>
    <p:handoutMasterId r:id="rId23"/>
  </p:handoutMasterIdLst>
  <p:sldIdLst>
    <p:sldId id="2076137666" r:id="rId21"/>
  </p:sldIdLst>
  <p:sldSz cx="12192000" cy="6858000"/>
  <p:notesSz cx="6858000" cy="9144000"/>
  <p:defaultTextStyle>
    <a:defPPr>
      <a:defRPr lang="en-US"/>
    </a:defPPr>
    <a:lvl1pPr marL="0" eaLnBrk="1" hangingPunct="1">
      <a:spcBef>
        <a:spcPts val="1200"/>
      </a:spcBef>
      <a:spcAft>
        <a:spcPts val="1200"/>
      </a:spcAft>
      <a:defRPr sz="2200">
        <a:solidFill>
          <a:schemeClr val="tx1"/>
        </a:solidFill>
        <a:latin typeface="Calibre Light" panose="020B0303030202060203" pitchFamily="34" charset="0"/>
        <a:ea typeface="+mn-ea"/>
        <a:cs typeface="+mn-cs"/>
      </a:defRPr>
    </a:lvl1pPr>
    <a:lvl2pPr marL="0" indent="0" eaLnBrk="1" hangingPunct="1">
      <a:spcAft>
        <a:spcPts val="600"/>
      </a:spcAft>
      <a:defRPr sz="1600" b="0">
        <a:solidFill>
          <a:schemeClr val="tx1"/>
        </a:solidFill>
        <a:latin typeface="Calibre Semibold" panose="020B0703030202060203" pitchFamily="34" charset="0"/>
        <a:ea typeface="+mn-ea"/>
        <a:cs typeface="+mn-cs"/>
      </a:defRPr>
    </a:lvl2pPr>
    <a:lvl3pPr marL="0" indent="0" eaLnBrk="1" hangingPunct="1">
      <a:spcBef>
        <a:spcPts val="300"/>
      </a:spcBef>
      <a:spcAft>
        <a:spcPts val="300"/>
      </a:spcAft>
      <a:defRPr sz="1200">
        <a:solidFill>
          <a:schemeClr val="tx1"/>
        </a:solidFill>
        <a:latin typeface="+mn-lt"/>
        <a:ea typeface="+mn-ea"/>
        <a:cs typeface="+mn-cs"/>
      </a:defRPr>
    </a:lvl3pPr>
    <a:lvl4pPr marL="171450" indent="-171450" eaLnBrk="1" hangingPunct="1">
      <a:spcBef>
        <a:spcPts val="300"/>
      </a:spcBef>
      <a:spcAft>
        <a:spcPts val="300"/>
      </a:spcAft>
      <a:buClr>
        <a:schemeClr val="tx1"/>
      </a:buClr>
      <a:buFont typeface="SwissReSansOTLight" panose="04000400000000000000" pitchFamily="82" charset="0"/>
      <a:buChar char="–"/>
      <a:defRPr sz="1200">
        <a:solidFill>
          <a:schemeClr val="tx1"/>
        </a:solidFill>
        <a:latin typeface="+mn-lt"/>
        <a:ea typeface="+mn-ea"/>
        <a:cs typeface="+mn-cs"/>
      </a:defRPr>
    </a:lvl4pPr>
    <a:lvl5pPr marL="360363" indent="-184150" eaLnBrk="1" hangingPunct="1">
      <a:spcBef>
        <a:spcPts val="300"/>
      </a:spcBef>
      <a:spcAft>
        <a:spcPts val="300"/>
      </a:spcAft>
      <a:buFont typeface="SwissReSansOTLight" panose="04000400000000000000" pitchFamily="82" charset="0"/>
      <a:buChar char="–"/>
      <a:defRPr sz="1200" b="0">
        <a:solidFill>
          <a:schemeClr val="tx1"/>
        </a:solidFill>
        <a:latin typeface="+mn-lt"/>
        <a:ea typeface="+mn-ea"/>
        <a:cs typeface="+mn-cs"/>
      </a:defRPr>
    </a:lvl5pPr>
    <a:lvl6pPr marL="0" indent="0" eaLnBrk="1" hangingPunct="1">
      <a:spcBef>
        <a:spcPts val="600"/>
      </a:spcBef>
      <a:spcAft>
        <a:spcPts val="0"/>
      </a:spcAft>
      <a:buClr>
        <a:schemeClr val="tx1"/>
      </a:buClr>
      <a:buFontTx/>
      <a:buNone/>
      <a:defRPr sz="1200">
        <a:solidFill>
          <a:schemeClr val="tx1"/>
        </a:solidFill>
        <a:latin typeface="Calibre Semibold" panose="020B0703030202060203" pitchFamily="34" charset="0"/>
        <a:ea typeface="+mn-ea"/>
        <a:cs typeface="+mn-cs"/>
      </a:defRPr>
    </a:lvl6pPr>
    <a:lvl7pPr marL="0" indent="0" eaLnBrk="1" hangingPunct="1">
      <a:spcBef>
        <a:spcPts val="600"/>
      </a:spcBef>
      <a:defRPr sz="1050">
        <a:solidFill>
          <a:schemeClr val="tx1"/>
        </a:solidFill>
        <a:latin typeface="Calibre Semibold" panose="020B0703030202060203" pitchFamily="34" charset="0"/>
        <a:ea typeface="+mn-ea"/>
        <a:cs typeface="+mn-cs"/>
      </a:defRPr>
    </a:lvl7pPr>
    <a:lvl8pPr marL="0" indent="0" eaLnBrk="1" hangingPunct="1">
      <a:spcBef>
        <a:spcPts val="300"/>
      </a:spcBef>
      <a:spcAft>
        <a:spcPts val="300"/>
      </a:spcAft>
      <a:defRPr sz="1050" b="0">
        <a:solidFill>
          <a:schemeClr val="tx1"/>
        </a:solidFill>
        <a:latin typeface="+mn-lt"/>
        <a:ea typeface="+mn-ea"/>
        <a:cs typeface="+mn-cs"/>
      </a:defRPr>
    </a:lvl8pPr>
    <a:lvl9pPr marL="171450" indent="-171450" eaLnBrk="1" hangingPunct="1">
      <a:spcBef>
        <a:spcPts val="200"/>
      </a:spcBef>
      <a:spcAft>
        <a:spcPts val="200"/>
      </a:spcAft>
      <a:buFont typeface="SwissReSansOTLight" panose="04000400000000000000" pitchFamily="82" charset="0"/>
      <a:buChar char="–"/>
      <a:defRPr sz="105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2A2D"/>
    <a:srgbClr val="E6E6E6"/>
    <a:srgbClr val="C0D4CB"/>
    <a:srgbClr val="CAD1D3"/>
    <a:srgbClr val="FF3399"/>
    <a:srgbClr val="17E891"/>
    <a:srgbClr val="7F7F7F"/>
    <a:srgbClr val="AD2A2A"/>
    <a:srgbClr val="395154"/>
    <a:srgbClr val="9A5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AB6353-2D52-E84A-97AC-92431842F6F2}" v="15" dt="2025-10-17T08:55:17.980"/>
  </p1510:revLst>
</p1510:revInfo>
</file>

<file path=ppt/tableStyles.xml><?xml version="1.0" encoding="utf-8"?>
<a:tblStyleLst xmlns:a="http://schemas.openxmlformats.org/drawingml/2006/main" def="{AAFF3900-356E-4A21-B42E-9272C98913C2}">
  <a:tblStyle styleId="{6EB843CA-C2C2-4D07-8CA5-9BBCF8472AE9}" styleName="CBRE Table - Emerald Option 1">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top>
        </a:tcBdr>
        <a:fill>
          <a:solidFill>
            <a:srgbClr val="F6F6F6"/>
          </a:solidFill>
        </a:fill>
      </a:tcStyle>
    </a:band1H>
    <a:band2H>
      <a:tcStyle>
        <a:tcBdr>
          <a:top>
            <a:ln w="12700" cmpd="sng"/>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dk1"/>
          </a:solidFill>
        </a:fill>
      </a:tcStyle>
    </a:lastCol>
    <a:firstCol>
      <a:tcTxStyle b="on">
        <a:fontRef idx="minor"/>
        <a:schemeClr val="lt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chemeClr val="lt1"/>
              </a:solidFill>
            </a:ln>
          </a:insideH>
          <a:insideV>
            <a:ln w="0" cmpd="sng">
              <a:solidFill>
                <a:schemeClr val="lt1"/>
              </a:solidFill>
            </a:ln>
          </a:insideV>
        </a:tcBdr>
        <a:fill>
          <a:solidFill>
            <a:schemeClr val="accent6"/>
          </a:solidFill>
        </a:fill>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611F8288-94FE-428C-BC68-D470A1F505C4}" styleName="CBRE Table - Emerald Option 2">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28575" cmpd="sng">
              <a:solidFill>
                <a:schemeClr val="accent6"/>
              </a:solidFill>
            </a:ln>
          </a:bottom>
          <a:insideH>
            <a:ln w="12700" cmpd="sng">
              <a:solidFill>
                <a:srgbClr val="F6F6F6"/>
              </a:solidFill>
            </a:ln>
          </a:insideH>
          <a:insideV>
            <a:ln w="0" cmpd="sng">
              <a:solidFill>
                <a:schemeClr val="lt1">
                  <a:lumMod val="75000"/>
                </a:schemeClr>
              </a:solidFill>
              <a:prstDash val="solid"/>
            </a:ln>
          </a:insideV>
        </a:tcBdr>
        <a:fill>
          <a:solidFill>
            <a:schemeClr val="lt1"/>
          </a:solidFill>
        </a:fill>
      </a:tcStyle>
    </a:wholeTbl>
    <a:band1H>
      <a:tcStyle>
        <a:tcBdr>
          <a:top>
            <a:ln w="12700" cmpd="sng">
              <a:solidFill>
                <a:srgbClr val="F6F6F6"/>
              </a:solidFill>
            </a:ln>
          </a:top>
        </a:tcBdr>
        <a:fill>
          <a:solidFill>
            <a:srgbClr val="F6F6F6"/>
          </a:solidFill>
        </a:fill>
      </a:tcStyle>
    </a:band1H>
    <a:band2H>
      <a:tcStyle>
        <a:tcBdr>
          <a:top>
            <a:ln w="12700" cmpd="sng">
              <a:solidFill>
                <a:srgbClr val="F6F6F6"/>
              </a:solidFill>
            </a:ln>
          </a:top>
        </a:tcBdr>
      </a:tcStyle>
    </a:band2H>
    <a:band1V>
      <a:tcStyle>
        <a:tcBdr>
          <a:insideH>
            <a:ln w="12700" cmpd="sng">
              <a:solidFill>
                <a:schemeClr val="lt1"/>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12700" cmpd="sng">
              <a:solidFill>
                <a:srgbClr val="F6F6F6"/>
              </a:solidFill>
            </a:ln>
          </a:insideH>
        </a:tcBdr>
        <a:fill>
          <a:solidFill>
            <a:schemeClr val="lt1"/>
          </a:solidFill>
        </a:fill>
      </a:tcStyle>
    </a:band2V>
    <a:lastCol>
      <a:tcTxStyle b="on">
        <a:fontRef idx="minor"/>
        <a:schemeClr val="dk1"/>
      </a:tcTxStyle>
      <a:tcStyle>
        <a:tcBdr/>
      </a:tcStyle>
    </a:lastCol>
    <a:firstCol>
      <a:tcTxStyle b="on">
        <a:fontRef idx="minor"/>
        <a:schemeClr val="accent6"/>
      </a:tcTxStyle>
      <a:tcStyle>
        <a:tcBdr/>
      </a:tcStyle>
    </a:firstCol>
    <a:lastRow>
      <a:tcTxStyle b="on">
        <a:fontRef idx="minor"/>
        <a:schemeClr val="lt1"/>
      </a:tcTxStyle>
      <a:tcStyle>
        <a:tcBdr>
          <a:top>
            <a:ln w="12700" cmpd="sng">
              <a:solidFill>
                <a:schemeClr val="lt1"/>
              </a:solidFill>
            </a:ln>
          </a:top>
          <a:bottom>
            <a:ln w="28575" cmpd="sng">
              <a:solidFill>
                <a:schemeClr val="dk1"/>
              </a:solidFill>
            </a:ln>
          </a:bottom>
          <a:insideV>
            <a:ln w="0" cmpd="sng">
              <a:solidFill>
                <a:schemeClr val="lt1"/>
              </a:solidFill>
              <a:prstDash val="solid"/>
            </a:ln>
          </a:insideV>
        </a:tcBdr>
        <a:fill>
          <a:solidFill>
            <a:schemeClr val="dk1"/>
          </a:solidFill>
        </a:fill>
      </a:tcStyle>
    </a:lastRow>
    <a:firstRow>
      <a:tcTxStyle b="on">
        <a:fontRef idx="minor"/>
        <a:schemeClr val="lt1"/>
      </a:tcTxStyle>
      <a:tcStyle>
        <a:tcBdr>
          <a:bottom>
            <a:ln w="12700" cmpd="sng">
              <a:solidFill>
                <a:schemeClr val="lt1"/>
              </a:solidFill>
            </a:ln>
          </a:bottom>
          <a:insideV>
            <a:ln w="0" cmpd="sng">
              <a:solidFill>
                <a:schemeClr val="lt1"/>
              </a:solidFill>
              <a:prstDash val="solid"/>
            </a:ln>
          </a:insideV>
        </a:tcBdr>
        <a:fill>
          <a:solidFill>
            <a:schemeClr val="accent6"/>
          </a:solidFill>
        </a:fill>
      </a:tcStyle>
    </a:firstRow>
  </a:tblStyle>
  <a:tblStyle styleId="{EF66C874-BE0A-436F-BFC9-2B0613D0E7D1}" styleName="CBRE Table - Simple Accent Gree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0" cmpd="sng">
              <a:solidFill>
                <a:srgbClr val="17E88F"/>
              </a:solidFill>
            </a:ln>
          </a:bottom>
          <a:insideH>
            <a:ln w="9525" cmpd="sng">
              <a:solidFill>
                <a:srgbClr val="17E88F"/>
              </a:solidFill>
            </a:ln>
          </a:insideH>
          <a:insideV>
            <a:ln w="0" cmpd="sng">
              <a:solidFill>
                <a:srgbClr val="17E88F"/>
              </a:solidFill>
              <a:prstDash val="solid"/>
            </a:ln>
          </a:insideV>
        </a:tcBdr>
        <a:fill>
          <a:solidFill>
            <a:schemeClr val="lt1"/>
          </a:solidFill>
        </a:fill>
      </a:tcStyle>
    </a:wholeTbl>
    <a:band1H>
      <a:tcStyle>
        <a:tcBdr>
          <a:top>
            <a:ln w="9525" cmpd="sng">
              <a:solidFill>
                <a:srgbClr val="17E88F"/>
              </a:solidFill>
            </a:ln>
          </a:top>
        </a:tcBdr>
      </a:tcStyle>
    </a:band1H>
    <a:band2H>
      <a:tcStyle>
        <a:tcBdr>
          <a:top>
            <a:ln w="9525" cmpd="sng">
              <a:solidFill>
                <a:srgbClr val="17E88F"/>
              </a:solidFill>
            </a:ln>
          </a:top>
        </a:tcBdr>
      </a:tcStyle>
    </a:band2H>
    <a:band1V>
      <a:tcStyle>
        <a:tcBdr>
          <a:insideH>
            <a:ln w="9525" cmpd="sng">
              <a:solidFill>
                <a:srgbClr val="17E88F"/>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rgbClr val="17E88F"/>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rgbClr val="17E88F"/>
              </a:solidFill>
            </a:ln>
          </a:top>
          <a:bottom>
            <a:ln w="0" cmpd="sng">
              <a:solidFill>
                <a:srgbClr val="17E88F"/>
              </a:solidFill>
            </a:ln>
          </a:bottom>
          <a:insideV>
            <a:ln w="0" cmpd="sng">
              <a:solidFill>
                <a:schemeClr val="lt1"/>
              </a:solidFill>
              <a:prstDash val="solid"/>
            </a:ln>
          </a:insideV>
        </a:tcBdr>
      </a:tcStyle>
    </a:lastRow>
    <a:firstRow>
      <a:tcTxStyle b="on">
        <a:fontRef idx="minor"/>
        <a:schemeClr val="dk1"/>
      </a:tcTxStyle>
      <a:tcStyle>
        <a:tcBdr>
          <a:bottom>
            <a:ln w="9525" cmpd="sng">
              <a:solidFill>
                <a:srgbClr val="17E88F"/>
              </a:solidFill>
            </a:ln>
          </a:bottom>
          <a:insideV>
            <a:ln w="0" cmpd="sng">
              <a:solidFill>
                <a:schemeClr val="lt1"/>
              </a:solidFill>
              <a:prstDash val="solid"/>
            </a:ln>
          </a:insideV>
        </a:tcBdr>
      </a:tcStyle>
    </a:firstRow>
  </a:tblStyle>
  <a:tblStyle styleId="{D834BE9C-F012-464B-B95A-B12DCBAEE013}" styleName="CBRE Table - Simple Light Grey">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accent3"/>
              </a:solidFill>
            </a:ln>
          </a:insideH>
          <a:insideV>
            <a:ln w="0" cmpd="sng">
              <a:solidFill>
                <a:schemeClr val="accent3"/>
              </a:solidFill>
              <a:prstDash val="solid"/>
            </a:ln>
          </a:insideV>
        </a:tcBdr>
        <a:fill>
          <a:solidFill>
            <a:schemeClr val="lt1"/>
          </a:solidFill>
        </a:fill>
      </a:tcStyle>
    </a:wholeTbl>
    <a:band1H>
      <a:tcStyle>
        <a:tcBdr>
          <a:top>
            <a:ln w="9525" cmpd="sng">
              <a:solidFill>
                <a:schemeClr val="accent3"/>
              </a:solidFill>
            </a:ln>
          </a:top>
        </a:tcBdr>
      </a:tcStyle>
    </a:band1H>
    <a:band2H>
      <a:tcStyle>
        <a:tcBdr>
          <a:top>
            <a:ln w="9525" cmpd="sng">
              <a:solidFill>
                <a:schemeClr val="accent3"/>
              </a:solidFill>
            </a:ln>
          </a:top>
        </a:tcBdr>
      </a:tcStyle>
    </a:band2H>
    <a:band1V>
      <a:tcStyle>
        <a:tcBdr>
          <a:insideH>
            <a:ln w="9525" cmpd="sng">
              <a:solidFill>
                <a:schemeClr val="accent3"/>
              </a:solidFill>
            </a:ln>
          </a:insideH>
        </a:tcBdr>
        <a:fill>
          <a:solidFill>
            <a:srgbClr val="F6F6F6"/>
          </a:solidFill>
        </a:fill>
      </a:tcStyle>
    </a:band1V>
    <a:band2V>
      <a:tcStyle>
        <a:tcBdr>
          <a:left>
            <a:ln w="0" cmpd="sng">
              <a:solidFill>
                <a:schemeClr val="lt1">
                  <a:lumMod val="75000"/>
                </a:schemeClr>
              </a:solidFill>
              <a:prstDash val="solid"/>
            </a:ln>
          </a:left>
          <a:right>
            <a:ln w="0" cmpd="sng">
              <a:solidFill>
                <a:schemeClr val="lt1">
                  <a:lumMod val="75000"/>
                </a:schemeClr>
              </a:solidFill>
              <a:prstDash val="solid"/>
            </a:ln>
          </a:right>
          <a:insideH>
            <a:ln w="9525" cmpd="sng">
              <a:solidFill>
                <a:schemeClr val="accent3"/>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lastRow>
    <a:firstRow>
      <a:tcTxStyle b="on">
        <a:fontRef idx="minor"/>
        <a:schemeClr val="lt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chemeClr val="dk1"/>
          </a:solidFill>
        </a:fill>
      </a:tcStyle>
    </a:firstRow>
  </a:tblStyle>
  <a:tblStyle styleId="{AAFF3900-356E-4A21-B42E-9272C98913C2}" styleName="CBRE Table - Simple Celadon">
    <a:wholeTbl>
      <a:tcTxStyle>
        <a:fontRef idx="minor"/>
        <a:schemeClr val="dk1"/>
      </a:tcTxStyle>
      <a:tcStyle>
        <a:tcBdr>
          <a:left>
            <a:ln w="0" cmpd="sng">
              <a:solidFill>
                <a:schemeClr val="lt1"/>
              </a:solidFill>
            </a:ln>
          </a:left>
          <a:right>
            <a:ln w="0" cmpd="sng">
              <a:solidFill>
                <a:schemeClr val="lt1"/>
              </a:solidFill>
            </a:ln>
          </a:right>
          <a:top>
            <a:ln w="0" cmpd="sng">
              <a:solidFill>
                <a:schemeClr val="lt1"/>
              </a:solidFill>
            </a:ln>
          </a:top>
          <a:bottom>
            <a:ln w="9525" cmpd="sng">
              <a:solidFill>
                <a:schemeClr val="dk1"/>
              </a:solidFill>
            </a:ln>
          </a:bottom>
          <a:insideH>
            <a:ln w="9525" cmpd="sng">
              <a:solidFill>
                <a:schemeClr val="dk1"/>
              </a:solidFill>
            </a:ln>
          </a:insideH>
          <a:insideV>
            <a:ln w="0" cmpd="sng">
              <a:solidFill>
                <a:schemeClr val="accent3"/>
              </a:solidFill>
              <a:prstDash val="solid"/>
            </a:ln>
          </a:insideV>
        </a:tcBdr>
        <a:fill>
          <a:solidFill>
            <a:schemeClr val="lt1"/>
          </a:solidFill>
        </a:fill>
      </a:tcStyle>
    </a:wholeTbl>
    <a:band1H>
      <a:tcStyle>
        <a:tcBdr>
          <a:top>
            <a:ln w="9525" cmpd="sng">
              <a:solidFill>
                <a:schemeClr val="dk1"/>
              </a:solidFill>
            </a:ln>
          </a:top>
        </a:tcBdr>
      </a:tcStyle>
    </a:band1H>
    <a:band2H>
      <a:tcStyle>
        <a:tcBdr>
          <a:top>
            <a:ln w="9525" cmpd="sng">
              <a:solidFill>
                <a:schemeClr val="dk1"/>
              </a:solidFill>
            </a:ln>
          </a:top>
        </a:tcBdr>
      </a:tcStyle>
    </a:band2H>
    <a:band1V>
      <a:tcStyle>
        <a:tcBdr>
          <a:insideH>
            <a:ln w="9525" cmpd="sng">
              <a:solidFill>
                <a:schemeClr val="dk1"/>
              </a:solidFill>
            </a:ln>
          </a:insideH>
        </a:tcBdr>
        <a:fill>
          <a:solidFill>
            <a:srgbClr val="F6F6F6"/>
          </a:solidFill>
        </a:fill>
      </a:tcStyle>
    </a:band1V>
    <a:band2V>
      <a:tcStyle>
        <a:tcBdr>
          <a:left>
            <a:ln w="0" cmpd="sng">
              <a:solidFill>
                <a:schemeClr val="dk1">
                  <a:lumMod val="75000"/>
                </a:schemeClr>
              </a:solidFill>
              <a:prstDash val="solid"/>
            </a:ln>
          </a:left>
          <a:right>
            <a:ln w="0" cmpd="sng">
              <a:solidFill>
                <a:schemeClr val="lt1">
                  <a:lumMod val="75000"/>
                </a:schemeClr>
              </a:solidFill>
              <a:prstDash val="solid"/>
            </a:ln>
          </a:right>
          <a:insideH>
            <a:ln w="9525" cmpd="sng">
              <a:solidFill>
                <a:schemeClr val="dk1"/>
              </a:solidFill>
            </a:ln>
          </a:insideH>
        </a:tcBdr>
      </a:tcStyle>
    </a:band2V>
    <a:lastCol>
      <a:tcTxStyle b="on">
        <a:fontRef idx="minor"/>
        <a:schemeClr val="dk1"/>
      </a:tcTxStyle>
      <a:tcStyle>
        <a:tcBdr/>
      </a:tcStyle>
    </a:lastCol>
    <a:firstCol>
      <a:tcTxStyle b="on">
        <a:fontRef idx="minor"/>
        <a:schemeClr val="dk1"/>
      </a:tcTxStyle>
      <a:tcStyle>
        <a:tcBdr/>
      </a:tcStyle>
    </a:firstCol>
    <a:la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fill>
          <a:solidFill>
            <a:srgbClr val="C0D4CB"/>
          </a:solidFill>
        </a:fill>
      </a:tcStyle>
    </a:lastRow>
    <a:firstRow>
      <a:tcTxStyle b="on">
        <a:fontRef idx="minor"/>
        <a:schemeClr val="dk1"/>
      </a:tcTxStyle>
      <a:tcStyle>
        <a:tcBdr>
          <a:top>
            <a:ln w="9525" cmpd="sng">
              <a:solidFill>
                <a:schemeClr val="dk1"/>
              </a:solidFill>
            </a:ln>
          </a:top>
          <a:bottom>
            <a:ln w="9525" cmpd="sng">
              <a:solidFill>
                <a:schemeClr val="dk1"/>
              </a:solidFill>
            </a:ln>
          </a:bottom>
          <a:insideV>
            <a:ln w="0" cmpd="sng">
              <a:solidFill>
                <a:schemeClr val="lt1"/>
              </a:solidFill>
              <a:prstDash val="solid"/>
            </a:ln>
          </a:insideV>
        </a:tcBdr>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4" autoAdjust="0"/>
    <p:restoredTop sz="96327" autoAdjust="0"/>
  </p:normalViewPr>
  <p:slideViewPr>
    <p:cSldViewPr showGuides="1">
      <p:cViewPr varScale="1">
        <p:scale>
          <a:sx n="122" d="100"/>
          <a:sy n="122" d="100"/>
        </p:scale>
        <p:origin x="240" y="264"/>
      </p:cViewPr>
      <p:guideLst/>
    </p:cSldViewPr>
  </p:slideViewPr>
  <p:notesTextViewPr>
    <p:cViewPr>
      <p:scale>
        <a:sx n="1" d="1"/>
        <a:sy n="1" d="1"/>
      </p:scale>
      <p:origin x="0" y="0"/>
    </p:cViewPr>
  </p:notesTextViewPr>
  <p:sorterViewPr>
    <p:cViewPr varScale="1">
      <p:scale>
        <a:sx n="1" d="1"/>
        <a:sy n="1" d="1"/>
      </p:scale>
      <p:origin x="0" y="-13980"/>
    </p:cViewPr>
  </p:sorterViewPr>
  <p:notesViewPr>
    <p:cSldViewPr showGuides="1">
      <p:cViewPr varScale="1">
        <p:scale>
          <a:sx n="101" d="100"/>
          <a:sy n="101" d="100"/>
        </p:scale>
        <p:origin x="3288" y="8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customXml" Target="../customXml/item8.xml"/><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xml"/><Relationship Id="rId7" Type="http://schemas.openxmlformats.org/officeDocument/2006/relationships/customXml" Target="../customXml/item7.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customXml" Target="../customXml/item16.xml"/><Relationship Id="rId20"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customXml" Target="../customXml/item15.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customXml" Target="../customXml/item10.xml"/><Relationship Id="rId19" Type="http://schemas.openxmlformats.org/officeDocument/2006/relationships/customXml" Target="../customXml/item19.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A2315A-1C2B-4732-A0BF-4A37C6D5963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a:extLst>
              <a:ext uri="{FF2B5EF4-FFF2-40B4-BE49-F238E27FC236}">
                <a16:creationId xmlns:a16="http://schemas.microsoft.com/office/drawing/2014/main" id="{91336F14-3011-4082-8B69-B42332FF95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ACECD0-B1DD-408B-AA41-431BF682FBE4}" type="datetimeFigureOut">
              <a:rPr lang="en-GB" smtClean="0"/>
              <a:t>28/10/2025</a:t>
            </a:fld>
            <a:endParaRPr lang="en-GB" dirty="0"/>
          </a:p>
        </p:txBody>
      </p:sp>
      <p:sp>
        <p:nvSpPr>
          <p:cNvPr id="4" name="Footer Placeholder 3">
            <a:extLst>
              <a:ext uri="{FF2B5EF4-FFF2-40B4-BE49-F238E27FC236}">
                <a16:creationId xmlns:a16="http://schemas.microsoft.com/office/drawing/2014/main" id="{360C4552-6946-4AD3-91B9-C1469C1BAF5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a:extLst>
              <a:ext uri="{FF2B5EF4-FFF2-40B4-BE49-F238E27FC236}">
                <a16:creationId xmlns:a16="http://schemas.microsoft.com/office/drawing/2014/main" id="{ECFD987E-52AD-4AC4-9B8E-6B516CFBBA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91D475-80AD-4D36-BEB1-9E0CA5625733}" type="slidenum">
              <a:rPr lang="en-GB" smtClean="0"/>
              <a:t>‹#›</a:t>
            </a:fld>
            <a:endParaRPr lang="en-GB" dirty="0"/>
          </a:p>
        </p:txBody>
      </p:sp>
    </p:spTree>
    <p:extLst>
      <p:ext uri="{BB962C8B-B14F-4D97-AF65-F5344CB8AC3E}">
        <p14:creationId xmlns:p14="http://schemas.microsoft.com/office/powerpoint/2010/main" val="300212483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C5C41C-6714-4709-9DD0-287337DCF44F}" type="datetimeFigureOut">
              <a:rPr lang="en-GB" smtClean="0"/>
              <a:t>28/10/2025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7CBEC-3BA9-408E-897B-DC62741FD035}" type="slidenum">
              <a:rPr lang="en-GB" smtClean="0"/>
              <a:t>‹#›</a:t>
            </a:fld>
            <a:endParaRPr lang="en-GB" dirty="0"/>
          </a:p>
        </p:txBody>
      </p:sp>
    </p:spTree>
    <p:extLst>
      <p:ext uri="{BB962C8B-B14F-4D97-AF65-F5344CB8AC3E}">
        <p14:creationId xmlns:p14="http://schemas.microsoft.com/office/powerpoint/2010/main" val="1810922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7CBEC-3BA9-408E-897B-DC62741FD035}" type="slidenum">
              <a:rPr lang="en-GB" smtClean="0"/>
              <a:t>1</a:t>
            </a:fld>
            <a:endParaRPr lang="en-GB"/>
          </a:p>
        </p:txBody>
      </p:sp>
    </p:spTree>
    <p:extLst>
      <p:ext uri="{BB962C8B-B14F-4D97-AF65-F5344CB8AC3E}">
        <p14:creationId xmlns:p14="http://schemas.microsoft.com/office/powerpoint/2010/main" val="42911685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amp;LR - Figures Cover, 2 Col">
    <p:spTree>
      <p:nvGrpSpPr>
        <p:cNvPr id="1" name=""/>
        <p:cNvGrpSpPr/>
        <p:nvPr/>
      </p:nvGrpSpPr>
      <p:grpSpPr>
        <a:xfrm>
          <a:off x="0" y="0"/>
          <a:ext cx="0" cy="0"/>
          <a:chOff x="0" y="0"/>
          <a:chExt cx="0" cy="0"/>
        </a:xfrm>
      </p:grpSpPr>
      <p:grpSp>
        <p:nvGrpSpPr>
          <p:cNvPr id="2" name="Cover Elements">
            <a:extLst>
              <a:ext uri="{FF2B5EF4-FFF2-40B4-BE49-F238E27FC236}">
                <a16:creationId xmlns:a16="http://schemas.microsoft.com/office/drawing/2014/main" id="{E89EA044-B2E7-4DA7-8938-3FB743EBA86B}"/>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B49C2445-293C-40EA-8776-34FCD78A2E23}"/>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9" name="CBRE Vector Logo">
              <a:extLst>
                <a:ext uri="{FF2B5EF4-FFF2-40B4-BE49-F238E27FC236}">
                  <a16:creationId xmlns:a16="http://schemas.microsoft.com/office/drawing/2014/main" id="{77BB5E65-C0B7-4E69-BB94-075838E9AB74}"/>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0" name="Cover Line of Sight">
              <a:extLst>
                <a:ext uri="{FF2B5EF4-FFF2-40B4-BE49-F238E27FC236}">
                  <a16:creationId xmlns:a16="http://schemas.microsoft.com/office/drawing/2014/main" id="{FFB99813-C99B-4C51-A2F6-420E59267788}"/>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1" name="Left Column Framing">
              <a:extLst>
                <a:ext uri="{FF2B5EF4-FFF2-40B4-BE49-F238E27FC236}">
                  <a16:creationId xmlns:a16="http://schemas.microsoft.com/office/drawing/2014/main" id="{B646D8CA-1251-4A50-B612-2A14668597F1}"/>
                </a:ext>
              </a:extLst>
            </p:cNvPr>
            <p:cNvGrpSpPr/>
            <p:nvPr userDrawn="1"/>
          </p:nvGrpSpPr>
          <p:grpSpPr>
            <a:xfrm>
              <a:off x="768096" y="3376613"/>
              <a:ext cx="5029200" cy="3005137"/>
              <a:chOff x="762001" y="3376613"/>
              <a:chExt cx="4064000" cy="3005137"/>
            </a:xfrm>
          </p:grpSpPr>
          <p:cxnSp>
            <p:nvCxnSpPr>
              <p:cNvPr id="32" name="Straight Connector 31">
                <a:extLst>
                  <a:ext uri="{FF2B5EF4-FFF2-40B4-BE49-F238E27FC236}">
                    <a16:creationId xmlns:a16="http://schemas.microsoft.com/office/drawing/2014/main" id="{62ECF2E9-802F-45A4-8C39-E0D510573F77}"/>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3" name="Straight Connector 32">
                <a:extLst>
                  <a:ext uri="{FF2B5EF4-FFF2-40B4-BE49-F238E27FC236}">
                    <a16:creationId xmlns:a16="http://schemas.microsoft.com/office/drawing/2014/main" id="{5BCE9EE3-FDB8-4A2E-B5EF-02CCC0886C22}"/>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24" name="Arrows Disclaimer Text">
              <a:extLst>
                <a:ext uri="{FF2B5EF4-FFF2-40B4-BE49-F238E27FC236}">
                  <a16:creationId xmlns:a16="http://schemas.microsoft.com/office/drawing/2014/main" id="{1B148006-4AC0-416E-8AB2-1CA96AC9A5D4}"/>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userDrawn="1">
            <p:ph sz="quarter" idx="10"/>
          </p:nvPr>
        </p:nvSpPr>
        <p:spPr>
          <a:xfrm>
            <a:off x="768095" y="3428999"/>
            <a:ext cx="5029200"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0E97AC35-E461-43C8-A7A8-972324BA9942}"/>
              </a:ext>
            </a:extLst>
          </p:cNvPr>
          <p:cNvSpPr>
            <a:spLocks noGrp="1"/>
          </p:cNvSpPr>
          <p:nvPr userDrawn="1">
            <p:ph sz="quarter" idx="11"/>
          </p:nvPr>
        </p:nvSpPr>
        <p:spPr>
          <a:xfrm>
            <a:off x="6347884" y="3428998"/>
            <a:ext cx="5459941" cy="28529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userDrawn="1">
            <p:ph type="body" sz="quarter" idx="12" hasCustomPrompt="1"/>
          </p:nvPr>
        </p:nvSpPr>
        <p:spPr>
          <a:xfrm>
            <a:off x="768096" y="384048"/>
            <a:ext cx="9303004" cy="1835150"/>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userDrawn="1">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userDrawn="1">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userDrawn="1">
            <p:ph type="pic" sz="quarter" idx="15"/>
          </p:nvPr>
        </p:nvSpPr>
        <p:spPr>
          <a:xfrm>
            <a:off x="2628329"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userDrawn="1">
            <p:ph type="body" sz="quarter" idx="16" hasCustomPrompt="1"/>
          </p:nvPr>
        </p:nvSpPr>
        <p:spPr>
          <a:xfrm>
            <a:off x="2847785"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userDrawn="1">
            <p:ph type="pic" sz="quarter" idx="17"/>
          </p:nvPr>
        </p:nvSpPr>
        <p:spPr>
          <a:xfrm>
            <a:off x="448856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userDrawn="1">
            <p:ph type="body" sz="quarter" idx="18" hasCustomPrompt="1"/>
          </p:nvPr>
        </p:nvSpPr>
        <p:spPr>
          <a:xfrm>
            <a:off x="470801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userDrawn="1">
            <p:ph type="pic" sz="quarter" idx="19"/>
          </p:nvPr>
        </p:nvSpPr>
        <p:spPr>
          <a:xfrm>
            <a:off x="6348795"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userDrawn="1">
            <p:ph type="body" sz="quarter" idx="20" hasCustomPrompt="1"/>
          </p:nvPr>
        </p:nvSpPr>
        <p:spPr>
          <a:xfrm>
            <a:off x="6568251"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grpSp>
        <p:nvGrpSpPr>
          <p:cNvPr id="45" name="Up Arrow" hidden="1">
            <a:extLst>
              <a:ext uri="{FF2B5EF4-FFF2-40B4-BE49-F238E27FC236}">
                <a16:creationId xmlns:a16="http://schemas.microsoft.com/office/drawing/2014/main" id="{8B2E4DF4-2CD3-4AB6-9FCD-BCF2816085A7}"/>
              </a:ext>
            </a:extLst>
          </p:cNvPr>
          <p:cNvGrpSpPr/>
          <p:nvPr userDrawn="1"/>
        </p:nvGrpSpPr>
        <p:grpSpPr>
          <a:xfrm>
            <a:off x="-1355726" y="3648539"/>
            <a:ext cx="166688" cy="166688"/>
            <a:chOff x="-1355726" y="4497388"/>
            <a:chExt cx="166688" cy="166688"/>
          </a:xfrm>
        </p:grpSpPr>
        <p:sp>
          <p:nvSpPr>
            <p:cNvPr id="46" name="Rectangle 5">
              <a:extLst>
                <a:ext uri="{FF2B5EF4-FFF2-40B4-BE49-F238E27FC236}">
                  <a16:creationId xmlns:a16="http://schemas.microsoft.com/office/drawing/2014/main" id="{0BEE3A43-7183-4638-A969-2E9EDAE6E948}"/>
                </a:ext>
              </a:extLst>
            </p:cNvPr>
            <p:cNvSpPr>
              <a:spLocks noChangeArrowheads="1"/>
            </p:cNvSpPr>
            <p:nvPr/>
          </p:nvSpPr>
          <p:spPr bwMode="auto">
            <a:xfrm>
              <a:off x="-1355726" y="4497388"/>
              <a:ext cx="166688" cy="166688"/>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6">
              <a:extLst>
                <a:ext uri="{FF2B5EF4-FFF2-40B4-BE49-F238E27FC236}">
                  <a16:creationId xmlns:a16="http://schemas.microsoft.com/office/drawing/2014/main" id="{BE46341F-1ABF-4F31-B750-ADD12C0EBD75}"/>
                </a:ext>
              </a:extLst>
            </p:cNvPr>
            <p:cNvSpPr>
              <a:spLocks/>
            </p:cNvSpPr>
            <p:nvPr/>
          </p:nvSpPr>
          <p:spPr bwMode="auto">
            <a:xfrm>
              <a:off x="-1346201" y="4518025"/>
              <a:ext cx="147638" cy="125413"/>
            </a:xfrm>
            <a:custGeom>
              <a:avLst/>
              <a:gdLst>
                <a:gd name="T0" fmla="*/ 0 w 186"/>
                <a:gd name="T1" fmla="*/ 160 h 160"/>
                <a:gd name="T2" fmla="*/ 92 w 186"/>
                <a:gd name="T3" fmla="*/ 0 h 160"/>
                <a:gd name="T4" fmla="*/ 186 w 186"/>
                <a:gd name="T5" fmla="*/ 160 h 160"/>
                <a:gd name="T6" fmla="*/ 0 w 186"/>
                <a:gd name="T7" fmla="*/ 160 h 160"/>
              </a:gdLst>
              <a:ahLst/>
              <a:cxnLst>
                <a:cxn ang="0">
                  <a:pos x="T0" y="T1"/>
                </a:cxn>
                <a:cxn ang="0">
                  <a:pos x="T2" y="T3"/>
                </a:cxn>
                <a:cxn ang="0">
                  <a:pos x="T4" y="T5"/>
                </a:cxn>
                <a:cxn ang="0">
                  <a:pos x="T6" y="T7"/>
                </a:cxn>
              </a:cxnLst>
              <a:rect l="0" t="0" r="r" b="b"/>
              <a:pathLst>
                <a:path w="186" h="160">
                  <a:moveTo>
                    <a:pt x="0" y="160"/>
                  </a:moveTo>
                  <a:lnTo>
                    <a:pt x="92" y="0"/>
                  </a:lnTo>
                  <a:lnTo>
                    <a:pt x="186" y="160"/>
                  </a:lnTo>
                  <a:lnTo>
                    <a:pt x="0" y="160"/>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48" name="Down Arrow" hidden="1">
            <a:extLst>
              <a:ext uri="{FF2B5EF4-FFF2-40B4-BE49-F238E27FC236}">
                <a16:creationId xmlns:a16="http://schemas.microsoft.com/office/drawing/2014/main" id="{6A7DED38-4D55-45B5-BD10-E78F36DD1E00}"/>
              </a:ext>
            </a:extLst>
          </p:cNvPr>
          <p:cNvGrpSpPr/>
          <p:nvPr userDrawn="1"/>
        </p:nvGrpSpPr>
        <p:grpSpPr>
          <a:xfrm>
            <a:off x="-1087438" y="3645363"/>
            <a:ext cx="166688" cy="168276"/>
            <a:chOff x="-1087438" y="4494212"/>
            <a:chExt cx="166688" cy="168276"/>
          </a:xfrm>
        </p:grpSpPr>
        <p:sp>
          <p:nvSpPr>
            <p:cNvPr id="49" name="Rectangle 15">
              <a:extLst>
                <a:ext uri="{FF2B5EF4-FFF2-40B4-BE49-F238E27FC236}">
                  <a16:creationId xmlns:a16="http://schemas.microsoft.com/office/drawing/2014/main" id="{48D3E41D-DF20-479D-A5F0-61F102CA30F2}"/>
                </a:ext>
              </a:extLst>
            </p:cNvPr>
            <p:cNvSpPr>
              <a:spLocks noChangeArrowheads="1"/>
            </p:cNvSpPr>
            <p:nvPr/>
          </p:nvSpPr>
          <p:spPr bwMode="auto">
            <a:xfrm>
              <a:off x="-108743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16">
              <a:extLst>
                <a:ext uri="{FF2B5EF4-FFF2-40B4-BE49-F238E27FC236}">
                  <a16:creationId xmlns:a16="http://schemas.microsoft.com/office/drawing/2014/main" id="{BE633BD7-E0AB-468A-AD19-BA9357F2B8A4}"/>
                </a:ext>
              </a:extLst>
            </p:cNvPr>
            <p:cNvSpPr>
              <a:spLocks/>
            </p:cNvSpPr>
            <p:nvPr/>
          </p:nvSpPr>
          <p:spPr bwMode="auto">
            <a:xfrm>
              <a:off x="-1077913" y="4514850"/>
              <a:ext cx="149225" cy="127000"/>
            </a:xfrm>
            <a:custGeom>
              <a:avLst/>
              <a:gdLst>
                <a:gd name="T0" fmla="*/ 188 w 188"/>
                <a:gd name="T1" fmla="*/ 0 h 162"/>
                <a:gd name="T2" fmla="*/ 94 w 188"/>
                <a:gd name="T3" fmla="*/ 162 h 162"/>
                <a:gd name="T4" fmla="*/ 0 w 188"/>
                <a:gd name="T5" fmla="*/ 0 h 162"/>
                <a:gd name="T6" fmla="*/ 188 w 188"/>
                <a:gd name="T7" fmla="*/ 0 h 162"/>
              </a:gdLst>
              <a:ahLst/>
              <a:cxnLst>
                <a:cxn ang="0">
                  <a:pos x="T0" y="T1"/>
                </a:cxn>
                <a:cxn ang="0">
                  <a:pos x="T2" y="T3"/>
                </a:cxn>
                <a:cxn ang="0">
                  <a:pos x="T4" y="T5"/>
                </a:cxn>
                <a:cxn ang="0">
                  <a:pos x="T6" y="T7"/>
                </a:cxn>
              </a:cxnLst>
              <a:rect l="0" t="0" r="r" b="b"/>
              <a:pathLst>
                <a:path w="188" h="162">
                  <a:moveTo>
                    <a:pt x="188" y="0"/>
                  </a:moveTo>
                  <a:lnTo>
                    <a:pt x="94" y="162"/>
                  </a:lnTo>
                  <a:lnTo>
                    <a:pt x="0" y="0"/>
                  </a:lnTo>
                  <a:lnTo>
                    <a:pt x="188" y="0"/>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51" name="Left Arrow" hidden="1">
            <a:extLst>
              <a:ext uri="{FF2B5EF4-FFF2-40B4-BE49-F238E27FC236}">
                <a16:creationId xmlns:a16="http://schemas.microsoft.com/office/drawing/2014/main" id="{901D7BBC-B3F0-42C8-ACDE-5F789A8B55D1}"/>
              </a:ext>
            </a:extLst>
          </p:cNvPr>
          <p:cNvGrpSpPr/>
          <p:nvPr userDrawn="1"/>
        </p:nvGrpSpPr>
        <p:grpSpPr>
          <a:xfrm>
            <a:off x="-827088" y="3645363"/>
            <a:ext cx="166688" cy="168276"/>
            <a:chOff x="-827088" y="4494212"/>
            <a:chExt cx="166688" cy="168276"/>
          </a:xfrm>
        </p:grpSpPr>
        <p:sp>
          <p:nvSpPr>
            <p:cNvPr id="52" name="Rectangle 20">
              <a:extLst>
                <a:ext uri="{FF2B5EF4-FFF2-40B4-BE49-F238E27FC236}">
                  <a16:creationId xmlns:a16="http://schemas.microsoft.com/office/drawing/2014/main" id="{6F580B51-C9A9-4A7A-97E8-24ED98A18EA9}"/>
                </a:ext>
              </a:extLst>
            </p:cNvPr>
            <p:cNvSpPr>
              <a:spLocks noChangeArrowheads="1"/>
            </p:cNvSpPr>
            <p:nvPr/>
          </p:nvSpPr>
          <p:spPr bwMode="auto">
            <a:xfrm>
              <a:off x="-827088" y="4494212"/>
              <a:ext cx="166688" cy="168276"/>
            </a:xfrm>
            <a:prstGeom prst="rect">
              <a:avLst/>
            </a:prstGeom>
            <a:solidFill>
              <a:srgbClr val="FFFFFF">
                <a:alpha val="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1">
              <a:extLst>
                <a:ext uri="{FF2B5EF4-FFF2-40B4-BE49-F238E27FC236}">
                  <a16:creationId xmlns:a16="http://schemas.microsoft.com/office/drawing/2014/main" id="{7F8E02DC-1C58-4EDD-8907-1104310F1511}"/>
                </a:ext>
              </a:extLst>
            </p:cNvPr>
            <p:cNvSpPr>
              <a:spLocks/>
            </p:cNvSpPr>
            <p:nvPr/>
          </p:nvSpPr>
          <p:spPr bwMode="auto">
            <a:xfrm>
              <a:off x="-806450" y="4503738"/>
              <a:ext cx="127000" cy="149225"/>
            </a:xfrm>
            <a:custGeom>
              <a:avLst/>
              <a:gdLst>
                <a:gd name="T0" fmla="*/ 0 w 162"/>
                <a:gd name="T1" fmla="*/ 0 h 188"/>
                <a:gd name="T2" fmla="*/ 162 w 162"/>
                <a:gd name="T3" fmla="*/ 93 h 188"/>
                <a:gd name="T4" fmla="*/ 0 w 162"/>
                <a:gd name="T5" fmla="*/ 188 h 188"/>
                <a:gd name="T6" fmla="*/ 0 w 162"/>
                <a:gd name="T7" fmla="*/ 0 h 188"/>
              </a:gdLst>
              <a:ahLst/>
              <a:cxnLst>
                <a:cxn ang="0">
                  <a:pos x="T0" y="T1"/>
                </a:cxn>
                <a:cxn ang="0">
                  <a:pos x="T2" y="T3"/>
                </a:cxn>
                <a:cxn ang="0">
                  <a:pos x="T4" y="T5"/>
                </a:cxn>
                <a:cxn ang="0">
                  <a:pos x="T6" y="T7"/>
                </a:cxn>
              </a:cxnLst>
              <a:rect l="0" t="0" r="r" b="b"/>
              <a:pathLst>
                <a:path w="162" h="188">
                  <a:moveTo>
                    <a:pt x="0" y="0"/>
                  </a:moveTo>
                  <a:lnTo>
                    <a:pt x="162" y="93"/>
                  </a:lnTo>
                  <a:lnTo>
                    <a:pt x="0" y="188"/>
                  </a:lnTo>
                  <a:lnTo>
                    <a:pt x="0" y="0"/>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90609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amp;LR - Figures Cover, 1 Col, 1 Chart">
    <p:spTree>
      <p:nvGrpSpPr>
        <p:cNvPr id="1" name=""/>
        <p:cNvGrpSpPr/>
        <p:nvPr/>
      </p:nvGrpSpPr>
      <p:grpSpPr>
        <a:xfrm>
          <a:off x="0" y="0"/>
          <a:ext cx="0" cy="0"/>
          <a:chOff x="0" y="0"/>
          <a:chExt cx="0" cy="0"/>
        </a:xfrm>
      </p:grpSpPr>
      <p:grpSp>
        <p:nvGrpSpPr>
          <p:cNvPr id="26" name="Cover Elements">
            <a:extLst>
              <a:ext uri="{FF2B5EF4-FFF2-40B4-BE49-F238E27FC236}">
                <a16:creationId xmlns:a16="http://schemas.microsoft.com/office/drawing/2014/main" id="{1224ACC9-980A-4C69-8E65-5311B494F321}"/>
              </a:ext>
            </a:extLst>
          </p:cNvPr>
          <p:cNvGrpSpPr/>
          <p:nvPr userDrawn="1"/>
        </p:nvGrpSpPr>
        <p:grpSpPr>
          <a:xfrm>
            <a:off x="0" y="-1"/>
            <a:ext cx="12191999" cy="6381751"/>
            <a:chOff x="0" y="-1"/>
            <a:chExt cx="12191999" cy="6381751"/>
          </a:xfrm>
        </p:grpSpPr>
        <p:sp>
          <p:nvSpPr>
            <p:cNvPr id="28" name="Master Slide Cover">
              <a:extLst>
                <a:ext uri="{FF2B5EF4-FFF2-40B4-BE49-F238E27FC236}">
                  <a16:creationId xmlns:a16="http://schemas.microsoft.com/office/drawing/2014/main" id="{A618169F-4CDE-46AA-96F7-B416E57F0709}"/>
                </a:ext>
              </a:extLst>
            </p:cNvPr>
            <p:cNvSpPr/>
            <p:nvPr userDrawn="1"/>
          </p:nvSpPr>
          <p:spPr>
            <a:xfrm>
              <a:off x="0" y="-1"/>
              <a:ext cx="12191999" cy="2859085"/>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CBRE Vector Logo">
              <a:extLst>
                <a:ext uri="{FF2B5EF4-FFF2-40B4-BE49-F238E27FC236}">
                  <a16:creationId xmlns:a16="http://schemas.microsoft.com/office/drawing/2014/main" id="{DFACBE4C-9738-4AE3-BE90-1B3EBF5DF920}"/>
                </a:ext>
              </a:extLst>
            </p:cNvPr>
            <p:cNvSpPr>
              <a:spLocks noChangeAspect="1"/>
            </p:cNvSpPr>
            <p:nvPr userDrawn="1"/>
          </p:nvSpPr>
          <p:spPr>
            <a:xfrm>
              <a:off x="10893425" y="382588"/>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chemeClr val="accent6"/>
            </a:solidFill>
            <a:ln w="2617" cap="flat">
              <a:noFill/>
              <a:prstDash val="solid"/>
              <a:miter/>
            </a:ln>
          </p:spPr>
          <p:txBody>
            <a:bodyPr wrap="square" rtlCol="0" anchor="ctr">
              <a:noAutofit/>
            </a:bodyPr>
            <a:lstStyle/>
            <a:p>
              <a:endParaRPr lang="en-US" dirty="0"/>
            </a:p>
          </p:txBody>
        </p:sp>
        <p:sp>
          <p:nvSpPr>
            <p:cNvPr id="31" name="Cover Line of Sight">
              <a:extLst>
                <a:ext uri="{FF2B5EF4-FFF2-40B4-BE49-F238E27FC236}">
                  <a16:creationId xmlns:a16="http://schemas.microsoft.com/office/drawing/2014/main" id="{7A628CA9-F3AB-4A6F-8A97-FA21DDE35FDF}"/>
                </a:ext>
              </a:extLst>
            </p:cNvPr>
            <p:cNvSpPr/>
            <p:nvPr userDrawn="1"/>
          </p:nvSpPr>
          <p:spPr>
            <a:xfrm>
              <a:off x="0" y="381000"/>
              <a:ext cx="128016" cy="2741294"/>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32" name="Left Column Framing">
              <a:extLst>
                <a:ext uri="{FF2B5EF4-FFF2-40B4-BE49-F238E27FC236}">
                  <a16:creationId xmlns:a16="http://schemas.microsoft.com/office/drawing/2014/main" id="{F97E95E0-3D83-407A-A49B-CD3E3599F017}"/>
                </a:ext>
              </a:extLst>
            </p:cNvPr>
            <p:cNvGrpSpPr/>
            <p:nvPr userDrawn="1"/>
          </p:nvGrpSpPr>
          <p:grpSpPr>
            <a:xfrm>
              <a:off x="768096" y="3376613"/>
              <a:ext cx="5029200" cy="3005137"/>
              <a:chOff x="762001" y="3376613"/>
              <a:chExt cx="4064000" cy="3005137"/>
            </a:xfrm>
          </p:grpSpPr>
          <p:cxnSp>
            <p:nvCxnSpPr>
              <p:cNvPr id="34" name="Straight Connector 33">
                <a:extLst>
                  <a:ext uri="{FF2B5EF4-FFF2-40B4-BE49-F238E27FC236}">
                    <a16:creationId xmlns:a16="http://schemas.microsoft.com/office/drawing/2014/main" id="{871DC8A4-C21E-4148-AD1B-BFAD3CDB55BC}"/>
                  </a:ext>
                </a:extLst>
              </p:cNvPr>
              <p:cNvCxnSpPr>
                <a:cxnSpLocks/>
              </p:cNvCxnSpPr>
              <p:nvPr userDrawn="1"/>
            </p:nvCxnSpPr>
            <p:spPr>
              <a:xfrm flipH="1">
                <a:off x="762001" y="3376613"/>
                <a:ext cx="4064000" cy="0"/>
              </a:xfrm>
              <a:prstGeom prst="line">
                <a:avLst/>
              </a:prstGeom>
              <a:noFill/>
              <a:ln w="25400" cap="flat" cmpd="sng" algn="ctr">
                <a:solidFill>
                  <a:schemeClr val="accent6"/>
                </a:solidFill>
                <a:prstDash val="solid"/>
                <a:miter lim="800000"/>
              </a:ln>
              <a:effectLst/>
            </p:spPr>
          </p:cxnSp>
          <p:cxnSp>
            <p:nvCxnSpPr>
              <p:cNvPr id="35" name="Straight Connector 34">
                <a:extLst>
                  <a:ext uri="{FF2B5EF4-FFF2-40B4-BE49-F238E27FC236}">
                    <a16:creationId xmlns:a16="http://schemas.microsoft.com/office/drawing/2014/main" id="{B049E05D-EBA4-4BA7-BAF4-13449FBEB925}"/>
                  </a:ext>
                </a:extLst>
              </p:cNvPr>
              <p:cNvCxnSpPr>
                <a:cxnSpLocks/>
              </p:cNvCxnSpPr>
              <p:nvPr userDrawn="1"/>
            </p:nvCxnSpPr>
            <p:spPr>
              <a:xfrm flipH="1">
                <a:off x="762001" y="6381750"/>
                <a:ext cx="4064000" cy="0"/>
              </a:xfrm>
              <a:prstGeom prst="line">
                <a:avLst/>
              </a:prstGeom>
              <a:noFill/>
              <a:ln w="25400" cap="flat" cmpd="sng" algn="ctr">
                <a:solidFill>
                  <a:schemeClr val="accent6"/>
                </a:solidFill>
                <a:prstDash val="solid"/>
                <a:miter lim="800000"/>
              </a:ln>
              <a:effectLst/>
            </p:spPr>
          </p:cxnSp>
        </p:grpSp>
        <p:sp>
          <p:nvSpPr>
            <p:cNvPr id="33" name="Arrows Disclaimer Text">
              <a:extLst>
                <a:ext uri="{FF2B5EF4-FFF2-40B4-BE49-F238E27FC236}">
                  <a16:creationId xmlns:a16="http://schemas.microsoft.com/office/drawing/2014/main" id="{46B87D5A-C220-4B44-996A-D4F487D5D651}"/>
                </a:ext>
              </a:extLst>
            </p:cNvPr>
            <p:cNvSpPr txBox="1"/>
            <p:nvPr userDrawn="1"/>
          </p:nvSpPr>
          <p:spPr>
            <a:xfrm>
              <a:off x="766763" y="3124200"/>
              <a:ext cx="1860550" cy="82550"/>
            </a:xfrm>
            <a:prstGeom prst="rect">
              <a:avLst/>
            </a:prstGeom>
            <a:noFill/>
          </p:spPr>
          <p:txBody>
            <a:bodyPr wrap="square" lIns="0" tIns="0" rIns="0" bIns="0" rtlCol="0" anchor="ctr" anchorCtr="0">
              <a:noAutofit/>
            </a:bodyPr>
            <a:lstStyle/>
            <a:p>
              <a:pPr algn="l"/>
              <a:r>
                <a:rPr lang="en-US" sz="800" b="0" i="0" dirty="0">
                  <a:latin typeface="Barlow Condensed Thin" pitchFamily="2" charset="77"/>
                </a:rPr>
                <a:t>Note: Arrows indicate change from previous quarter.</a:t>
              </a:r>
            </a:p>
          </p:txBody>
        </p:sp>
      </p:grpSp>
      <p:sp>
        <p:nvSpPr>
          <p:cNvPr id="4" name="Content Placeholder 1">
            <a:extLst>
              <a:ext uri="{FF2B5EF4-FFF2-40B4-BE49-F238E27FC236}">
                <a16:creationId xmlns:a16="http://schemas.microsoft.com/office/drawing/2014/main" id="{A34190B5-BF3E-44E0-8069-6AB634C88BBE}"/>
              </a:ext>
            </a:extLst>
          </p:cNvPr>
          <p:cNvSpPr>
            <a:spLocks noGrp="1"/>
          </p:cNvSpPr>
          <p:nvPr>
            <p:ph sz="quarter" idx="10"/>
          </p:nvPr>
        </p:nvSpPr>
        <p:spPr>
          <a:xfrm>
            <a:off x="768096" y="3432810"/>
            <a:ext cx="5029200" cy="28536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Main Title Placeholder 1">
            <a:extLst>
              <a:ext uri="{FF2B5EF4-FFF2-40B4-BE49-F238E27FC236}">
                <a16:creationId xmlns:a16="http://schemas.microsoft.com/office/drawing/2014/main" id="{5BE774C7-D9DF-4368-A6B7-592E6C089C69}"/>
              </a:ext>
            </a:extLst>
          </p:cNvPr>
          <p:cNvSpPr>
            <a:spLocks noGrp="1"/>
          </p:cNvSpPr>
          <p:nvPr>
            <p:ph type="body" sz="quarter" idx="12" hasCustomPrompt="1"/>
          </p:nvPr>
        </p:nvSpPr>
        <p:spPr>
          <a:xfrm>
            <a:off x="768096" y="382589"/>
            <a:ext cx="9303004" cy="1839118"/>
          </a:xfrm>
        </p:spPr>
        <p:txBody>
          <a:bodyPr anchor="b" anchorCtr="0"/>
          <a:lstStyle>
            <a:lvl1pPr>
              <a:spcBef>
                <a:spcPts val="0"/>
              </a:spcBef>
              <a:spcAft>
                <a:spcPts val="600"/>
              </a:spcAft>
              <a:defRPr sz="1200" cap="all" baseline="0">
                <a:latin typeface="+mn-lt"/>
              </a:defRPr>
            </a:lvl1pPr>
            <a:lvl2pPr>
              <a:lnSpc>
                <a:spcPct val="90000"/>
              </a:lnSpc>
              <a:spcBef>
                <a:spcPts val="0"/>
              </a:spcBef>
              <a:spcAft>
                <a:spcPts val="0"/>
              </a:spcAft>
              <a:defRPr sz="4400">
                <a:solidFill>
                  <a:schemeClr val="accent6"/>
                </a:solidFill>
                <a:latin typeface="+mj-lt"/>
              </a:defRPr>
            </a:lvl2pPr>
          </a:lstStyle>
          <a:p>
            <a:pPr lvl="0"/>
            <a:r>
              <a:rPr lang="en-US" dirty="0"/>
              <a:t>Header text (Level 1)</a:t>
            </a:r>
          </a:p>
          <a:p>
            <a:pPr lvl="1"/>
            <a:r>
              <a:rPr lang="en-US" dirty="0"/>
              <a:t>Main Title (Level 2)</a:t>
            </a:r>
          </a:p>
        </p:txBody>
      </p:sp>
      <p:sp>
        <p:nvSpPr>
          <p:cNvPr id="5" name="Arrow Placeholder 1">
            <a:extLst>
              <a:ext uri="{FF2B5EF4-FFF2-40B4-BE49-F238E27FC236}">
                <a16:creationId xmlns:a16="http://schemas.microsoft.com/office/drawing/2014/main" id="{C9F67EFD-F939-49E4-BCA3-834EAFC1AD4B}"/>
              </a:ext>
            </a:extLst>
          </p:cNvPr>
          <p:cNvSpPr>
            <a:spLocks noGrp="1"/>
          </p:cNvSpPr>
          <p:nvPr>
            <p:ph type="pic" sz="quarter" idx="13" hasCustomPrompt="1"/>
          </p:nvPr>
        </p:nvSpPr>
        <p:spPr>
          <a:xfrm>
            <a:off x="76809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dirty="0"/>
              <a:t>add arrow</a:t>
            </a:r>
          </a:p>
        </p:txBody>
      </p:sp>
      <p:sp>
        <p:nvSpPr>
          <p:cNvPr id="8" name="Stat Placeholder 1">
            <a:extLst>
              <a:ext uri="{FF2B5EF4-FFF2-40B4-BE49-F238E27FC236}">
                <a16:creationId xmlns:a16="http://schemas.microsoft.com/office/drawing/2014/main" id="{BB318CA4-D015-47FE-A8A1-24BBAD802415}"/>
              </a:ext>
            </a:extLst>
          </p:cNvPr>
          <p:cNvSpPr>
            <a:spLocks noGrp="1"/>
          </p:cNvSpPr>
          <p:nvPr>
            <p:ph type="body" sz="quarter" idx="14" hasCustomPrompt="1"/>
          </p:nvPr>
        </p:nvSpPr>
        <p:spPr>
          <a:xfrm>
            <a:off x="98755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10" name="Arrow Placeholder 2">
            <a:extLst>
              <a:ext uri="{FF2B5EF4-FFF2-40B4-BE49-F238E27FC236}">
                <a16:creationId xmlns:a16="http://schemas.microsoft.com/office/drawing/2014/main" id="{C55773C2-9BE9-448C-95C9-F78D26CBA5C6}"/>
              </a:ext>
            </a:extLst>
          </p:cNvPr>
          <p:cNvSpPr>
            <a:spLocks noGrp="1"/>
          </p:cNvSpPr>
          <p:nvPr>
            <p:ph type="pic" sz="quarter" idx="15"/>
          </p:nvPr>
        </p:nvSpPr>
        <p:spPr>
          <a:xfrm>
            <a:off x="2628471"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12" name="Stat Placeholder 2">
            <a:extLst>
              <a:ext uri="{FF2B5EF4-FFF2-40B4-BE49-F238E27FC236}">
                <a16:creationId xmlns:a16="http://schemas.microsoft.com/office/drawing/2014/main" id="{D6303F87-A9A0-45F8-980D-08FB498454F8}"/>
              </a:ext>
            </a:extLst>
          </p:cNvPr>
          <p:cNvSpPr>
            <a:spLocks noGrp="1"/>
          </p:cNvSpPr>
          <p:nvPr>
            <p:ph type="body" sz="quarter" idx="16" hasCustomPrompt="1"/>
          </p:nvPr>
        </p:nvSpPr>
        <p:spPr>
          <a:xfrm>
            <a:off x="2847927"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1" name="Arrow Placeholder 3">
            <a:extLst>
              <a:ext uri="{FF2B5EF4-FFF2-40B4-BE49-F238E27FC236}">
                <a16:creationId xmlns:a16="http://schemas.microsoft.com/office/drawing/2014/main" id="{AACC3F0A-CEF5-4091-94BE-491FC2776308}"/>
              </a:ext>
            </a:extLst>
          </p:cNvPr>
          <p:cNvSpPr>
            <a:spLocks noGrp="1"/>
          </p:cNvSpPr>
          <p:nvPr>
            <p:ph type="pic" sz="quarter" idx="17"/>
          </p:nvPr>
        </p:nvSpPr>
        <p:spPr>
          <a:xfrm>
            <a:off x="4488846"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3" name="Stat Placeholder 3">
            <a:extLst>
              <a:ext uri="{FF2B5EF4-FFF2-40B4-BE49-F238E27FC236}">
                <a16:creationId xmlns:a16="http://schemas.microsoft.com/office/drawing/2014/main" id="{ED94D736-658D-4114-8AB7-DE15D512A00E}"/>
              </a:ext>
            </a:extLst>
          </p:cNvPr>
          <p:cNvSpPr>
            <a:spLocks noGrp="1"/>
          </p:cNvSpPr>
          <p:nvPr>
            <p:ph type="body" sz="quarter" idx="18" hasCustomPrompt="1"/>
          </p:nvPr>
        </p:nvSpPr>
        <p:spPr>
          <a:xfrm>
            <a:off x="4708302"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25" name="Arrow Placeholder 4">
            <a:extLst>
              <a:ext uri="{FF2B5EF4-FFF2-40B4-BE49-F238E27FC236}">
                <a16:creationId xmlns:a16="http://schemas.microsoft.com/office/drawing/2014/main" id="{2A2EF753-8709-4E57-B22A-1C5D637300A0}"/>
              </a:ext>
            </a:extLst>
          </p:cNvPr>
          <p:cNvSpPr>
            <a:spLocks noGrp="1"/>
          </p:cNvSpPr>
          <p:nvPr>
            <p:ph type="pic" sz="quarter" idx="19"/>
          </p:nvPr>
        </p:nvSpPr>
        <p:spPr>
          <a:xfrm>
            <a:off x="6349222" y="2587752"/>
            <a:ext cx="164592" cy="164592"/>
          </a:xfrm>
        </p:spPr>
        <p:txBody>
          <a:bodyPr anchor="ctr" anchorCtr="0"/>
          <a:lstStyle>
            <a:lvl1pPr algn="ctr">
              <a:lnSpc>
                <a:spcPct val="90000"/>
              </a:lnSpc>
              <a:spcBef>
                <a:spcPts val="0"/>
              </a:spcBef>
              <a:spcAft>
                <a:spcPts val="0"/>
              </a:spcAft>
              <a:defRPr sz="600">
                <a:latin typeface="Barlow Condensed" panose="00000506000000000000" pitchFamily="2" charset="0"/>
              </a:defRPr>
            </a:lvl1pPr>
          </a:lstStyle>
          <a:p>
            <a:r>
              <a:rPr lang="en-US"/>
              <a:t>Click icon to add picture</a:t>
            </a:r>
            <a:endParaRPr lang="en-US" dirty="0"/>
          </a:p>
        </p:txBody>
      </p:sp>
      <p:sp>
        <p:nvSpPr>
          <p:cNvPr id="27" name="Stat Placeholder 4">
            <a:extLst>
              <a:ext uri="{FF2B5EF4-FFF2-40B4-BE49-F238E27FC236}">
                <a16:creationId xmlns:a16="http://schemas.microsoft.com/office/drawing/2014/main" id="{75DF7590-7436-4690-94A7-D6BC7E52B713}"/>
              </a:ext>
            </a:extLst>
          </p:cNvPr>
          <p:cNvSpPr>
            <a:spLocks noGrp="1"/>
          </p:cNvSpPr>
          <p:nvPr>
            <p:ph type="body" sz="quarter" idx="20" hasCustomPrompt="1"/>
          </p:nvPr>
        </p:nvSpPr>
        <p:spPr>
          <a:xfrm>
            <a:off x="6568678" y="2395728"/>
            <a:ext cx="1261872" cy="768096"/>
          </a:xfrm>
        </p:spPr>
        <p:txBody>
          <a:bodyPr wrap="none" anchor="t" anchorCtr="0"/>
          <a:lstStyle>
            <a:lvl1pPr>
              <a:spcBef>
                <a:spcPts val="0"/>
              </a:spcBef>
              <a:spcAft>
                <a:spcPts val="0"/>
              </a:spcAft>
              <a:defRPr sz="2800">
                <a:solidFill>
                  <a:schemeClr val="accent6"/>
                </a:solidFill>
                <a:latin typeface="Calibre Light" panose="020B0303030202060203" pitchFamily="34" charset="0"/>
              </a:defRPr>
            </a:lvl1pPr>
            <a:lvl2pPr>
              <a:spcBef>
                <a:spcPts val="200"/>
              </a:spcBef>
              <a:spcAft>
                <a:spcPts val="0"/>
              </a:spcAft>
              <a:defRPr sz="850">
                <a:solidFill>
                  <a:srgbClr val="538184"/>
                </a:solidFill>
                <a:latin typeface="+mn-lt"/>
              </a:defRPr>
            </a:lvl2pPr>
          </a:lstStyle>
          <a:p>
            <a:pPr lvl="0"/>
            <a:r>
              <a:rPr lang="en-US" dirty="0"/>
              <a:t>stat</a:t>
            </a:r>
          </a:p>
          <a:p>
            <a:pPr lvl="1"/>
            <a:r>
              <a:rPr lang="en-US" dirty="0"/>
              <a:t>Number description</a:t>
            </a:r>
          </a:p>
        </p:txBody>
      </p:sp>
      <p:sp>
        <p:nvSpPr>
          <p:cNvPr id="7" name="Figure Placeholder 1">
            <a:extLst>
              <a:ext uri="{FF2B5EF4-FFF2-40B4-BE49-F238E27FC236}">
                <a16:creationId xmlns:a16="http://schemas.microsoft.com/office/drawing/2014/main" id="{8B634233-6BBA-4BB2-BCE1-D1D62939DC5C}"/>
              </a:ext>
            </a:extLst>
          </p:cNvPr>
          <p:cNvSpPr>
            <a:spLocks noGrp="1"/>
          </p:cNvSpPr>
          <p:nvPr>
            <p:ph type="body" sz="quarter" idx="23" hasCustomPrompt="1"/>
          </p:nvPr>
        </p:nvSpPr>
        <p:spPr>
          <a:xfrm>
            <a:off x="6348413" y="3453766"/>
            <a:ext cx="5458968" cy="182880"/>
          </a:xfrm>
        </p:spPr>
        <p:txBody>
          <a:bodyPr anchor="t" anchorCtr="0"/>
          <a:lstStyle>
            <a:lvl1pPr>
              <a:defRPr sz="900">
                <a:latin typeface="+mn-lt"/>
              </a:defRPr>
            </a:lvl1pPr>
          </a:lstStyle>
          <a:p>
            <a:pPr lvl="0"/>
            <a:r>
              <a:rPr lang="en-US" dirty="0"/>
              <a:t>FIGURE #: Figure Name</a:t>
            </a:r>
          </a:p>
        </p:txBody>
      </p:sp>
      <p:sp>
        <p:nvSpPr>
          <p:cNvPr id="11" name="Chart Placeholder 1">
            <a:extLst>
              <a:ext uri="{FF2B5EF4-FFF2-40B4-BE49-F238E27FC236}">
                <a16:creationId xmlns:a16="http://schemas.microsoft.com/office/drawing/2014/main" id="{217E9937-27BB-49E0-A3BF-54AA4C2391D3}"/>
              </a:ext>
            </a:extLst>
          </p:cNvPr>
          <p:cNvSpPr>
            <a:spLocks noGrp="1"/>
          </p:cNvSpPr>
          <p:nvPr>
            <p:ph type="chart" sz="quarter" idx="24" hasCustomPrompt="1"/>
          </p:nvPr>
        </p:nvSpPr>
        <p:spPr>
          <a:xfrm>
            <a:off x="6348413" y="3713799"/>
            <a:ext cx="5458968" cy="2494743"/>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22" name="Source Placeholder 1">
            <a:extLst>
              <a:ext uri="{FF2B5EF4-FFF2-40B4-BE49-F238E27FC236}">
                <a16:creationId xmlns:a16="http://schemas.microsoft.com/office/drawing/2014/main" id="{4C10E58A-F754-4D61-85B9-DED10C0D52C4}"/>
              </a:ext>
            </a:extLst>
          </p:cNvPr>
          <p:cNvSpPr>
            <a:spLocks noGrp="1"/>
          </p:cNvSpPr>
          <p:nvPr>
            <p:ph type="body" sz="quarter" idx="25"/>
          </p:nvPr>
        </p:nvSpPr>
        <p:spPr>
          <a:xfrm>
            <a:off x="6348413" y="6286499"/>
            <a:ext cx="5458968" cy="118872"/>
          </a:xfrm>
        </p:spPr>
        <p:txBody>
          <a:bodyPr anchor="b" anchorCtr="0"/>
          <a:lstStyle>
            <a:lvl1pPr>
              <a:defRPr sz="800">
                <a:latin typeface="Calibre Light" panose="020B0303030202060203" pitchFamily="34" charset="0"/>
              </a:defRPr>
            </a:lvl1pPr>
          </a:lstStyle>
          <a:p>
            <a:pPr lvl="0"/>
            <a:r>
              <a:rPr lang="en-US"/>
              <a:t>Click to edit Master text styles</a:t>
            </a:r>
          </a:p>
        </p:txBody>
      </p:sp>
    </p:spTree>
    <p:extLst>
      <p:ext uri="{BB962C8B-B14F-4D97-AF65-F5344CB8AC3E}">
        <p14:creationId xmlns:p14="http://schemas.microsoft.com/office/powerpoint/2010/main" val="729924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amp;LR - Body, 1 Col, 1 Chart">
    <p:spTree>
      <p:nvGrpSpPr>
        <p:cNvPr id="1" name=""/>
        <p:cNvGrpSpPr/>
        <p:nvPr/>
      </p:nvGrpSpPr>
      <p:grpSpPr>
        <a:xfrm>
          <a:off x="0" y="0"/>
          <a:ext cx="0" cy="0"/>
          <a:chOff x="0" y="0"/>
          <a:chExt cx="0" cy="0"/>
        </a:xfrm>
      </p:grpSpPr>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6348414" y="850392"/>
            <a:ext cx="5458968" cy="210312"/>
          </a:xfrm>
        </p:spPr>
        <p:txBody>
          <a:bodyPr anchor="t" anchorCtr="0"/>
          <a:lstStyle>
            <a:lvl1pPr>
              <a:defRPr sz="900">
                <a:latin typeface="+mn-lt"/>
              </a:defRPr>
            </a:lvl1pPr>
          </a:lstStyle>
          <a:p>
            <a:pPr lvl="0"/>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6348413" y="6176170"/>
            <a:ext cx="5458968"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6348413" y="1060704"/>
            <a:ext cx="5458968"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135656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amp;LR - Body, 1 Thin Col, 1 Wide Chart">
    <p:spTree>
      <p:nvGrpSpPr>
        <p:cNvPr id="1" name=""/>
        <p:cNvGrpSpPr/>
        <p:nvPr/>
      </p:nvGrpSpPr>
      <p:grpSpPr>
        <a:xfrm>
          <a:off x="0" y="0"/>
          <a:ext cx="0" cy="0"/>
          <a:chOff x="0" y="0"/>
          <a:chExt cx="0" cy="0"/>
        </a:xfrm>
      </p:grpSpPr>
      <p:sp>
        <p:nvSpPr>
          <p:cNvPr id="11" name="Off-Grid Line" hidden="1">
            <a:extLst>
              <a:ext uri="{FF2B5EF4-FFF2-40B4-BE49-F238E27FC236}">
                <a16:creationId xmlns:a16="http://schemas.microsoft.com/office/drawing/2014/main" id="{431CE637-C2A7-4ACF-975C-820044437C0E}"/>
              </a:ext>
            </a:extLst>
          </p:cNvPr>
          <p:cNvSpPr/>
          <p:nvPr userDrawn="1"/>
        </p:nvSpPr>
        <p:spPr>
          <a:xfrm>
            <a:off x="4865684"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2" name="Alt Ruler">
            <a:extLst>
              <a:ext uri="{FF2B5EF4-FFF2-40B4-BE49-F238E27FC236}">
                <a16:creationId xmlns:a16="http://schemas.microsoft.com/office/drawing/2014/main" id="{A07FC069-07ED-466D-8435-8998D448FAFC}"/>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66764" y="-240316"/>
              <a:ext cx="3597276"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Narrow Text column = 3.93” / 9.98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4864099" y="-240316"/>
              <a:ext cx="6949440"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Wide chart/graph column = 7.6” / 19.30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4864101" y="850392"/>
            <a:ext cx="6945693"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359727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4864101" y="6176170"/>
            <a:ext cx="6945693"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4864100" y="1060704"/>
            <a:ext cx="6945693"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121786898"/>
      </p:ext>
    </p:extLst>
  </p:cSld>
  <p:clrMapOvr>
    <a:masterClrMapping/>
  </p:clrMapOvr>
  <p:extLst>
    <p:ext uri="{DCECCB84-F9BA-43D5-87BE-67443E8EF086}">
      <p15:sldGuideLst xmlns:p15="http://schemas.microsoft.com/office/powerpoint/2012/main">
        <p15:guide id="1" pos="3064" userDrawn="1">
          <p15:clr>
            <a:srgbClr val="FBAE40"/>
          </p15:clr>
        </p15:guide>
        <p15:guide id="2" pos="341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amp;LR - Body, 1 Wide Col, 1 Thin Chart">
    <p:spTree>
      <p:nvGrpSpPr>
        <p:cNvPr id="1" name=""/>
        <p:cNvGrpSpPr/>
        <p:nvPr/>
      </p:nvGrpSpPr>
      <p:grpSpPr>
        <a:xfrm>
          <a:off x="0" y="0"/>
          <a:ext cx="0" cy="0"/>
          <a:chOff x="0" y="0"/>
          <a:chExt cx="0" cy="0"/>
        </a:xfrm>
      </p:grpSpPr>
      <p:sp>
        <p:nvSpPr>
          <p:cNvPr id="12" name="Off-Grid Line" hidden="1">
            <a:extLst>
              <a:ext uri="{FF2B5EF4-FFF2-40B4-BE49-F238E27FC236}">
                <a16:creationId xmlns:a16="http://schemas.microsoft.com/office/drawing/2014/main" id="{91F3AC42-AFB0-4307-9CEF-41D205A8C179}"/>
              </a:ext>
            </a:extLst>
          </p:cNvPr>
          <p:cNvSpPr/>
          <p:nvPr userDrawn="1"/>
        </p:nvSpPr>
        <p:spPr>
          <a:xfrm>
            <a:off x="7154863" y="-891572"/>
            <a:ext cx="552452" cy="546100"/>
          </a:xfrm>
          <a:prstGeom prst="rect">
            <a:avLst/>
          </a:prstGeom>
          <a:solidFill>
            <a:schemeClr val="accent6"/>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grpSp>
        <p:nvGrpSpPr>
          <p:cNvPr id="4" name="Alt Ruler">
            <a:extLst>
              <a:ext uri="{FF2B5EF4-FFF2-40B4-BE49-F238E27FC236}">
                <a16:creationId xmlns:a16="http://schemas.microsoft.com/office/drawing/2014/main" id="{CE24581F-BFDC-4C8B-AB49-428177F2D2F6}"/>
              </a:ext>
            </a:extLst>
          </p:cNvPr>
          <p:cNvGrpSpPr/>
          <p:nvPr userDrawn="1"/>
        </p:nvGrpSpPr>
        <p:grpSpPr>
          <a:xfrm>
            <a:off x="0" y="-609600"/>
            <a:ext cx="12192000" cy="499872"/>
            <a:chOff x="0" y="-609600"/>
            <a:chExt cx="12192000" cy="499872"/>
          </a:xfrm>
        </p:grpSpPr>
        <p:sp>
          <p:nvSpPr>
            <p:cNvPr id="18" name="Master Ruler Cover">
              <a:extLst>
                <a:ext uri="{FF2B5EF4-FFF2-40B4-BE49-F238E27FC236}">
                  <a16:creationId xmlns:a16="http://schemas.microsoft.com/office/drawing/2014/main" id="{0C38CB11-9F82-48FE-86B9-367BBCA6903A}"/>
                </a:ext>
              </a:extLst>
            </p:cNvPr>
            <p:cNvSpPr/>
            <p:nvPr userDrawn="1"/>
          </p:nvSpPr>
          <p:spPr>
            <a:xfrm>
              <a:off x="0" y="-609600"/>
              <a:ext cx="12192000" cy="499872"/>
            </a:xfrm>
            <a:prstGeom prst="rect">
              <a:avLst/>
            </a:prstGeom>
            <a:solidFill>
              <a:srgbClr val="E6E6E6"/>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4" name="Ruler BG">
              <a:extLst>
                <a:ext uri="{FF2B5EF4-FFF2-40B4-BE49-F238E27FC236}">
                  <a16:creationId xmlns:a16="http://schemas.microsoft.com/office/drawing/2014/main" id="{D3736A3C-8E8B-4A9D-AF29-BFCF0D4520A2}"/>
                </a:ext>
              </a:extLst>
            </p:cNvPr>
            <p:cNvSpPr/>
            <p:nvPr userDrawn="1"/>
          </p:nvSpPr>
          <p:spPr>
            <a:xfrm>
              <a:off x="0" y="-338328"/>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sp>
          <p:nvSpPr>
            <p:cNvPr id="26" name="Rectangle 25">
              <a:extLst>
                <a:ext uri="{FF2B5EF4-FFF2-40B4-BE49-F238E27FC236}">
                  <a16:creationId xmlns:a16="http://schemas.microsoft.com/office/drawing/2014/main" id="{F7D420D1-A5B1-4AAB-A613-8E45C370D50C}"/>
                </a:ext>
              </a:extLst>
            </p:cNvPr>
            <p:cNvSpPr/>
            <p:nvPr userDrawn="1"/>
          </p:nvSpPr>
          <p:spPr>
            <a:xfrm>
              <a:off x="7707313" y="-240316"/>
              <a:ext cx="4105656" cy="54864"/>
            </a:xfrm>
            <a:prstGeom prst="rect">
              <a:avLst/>
            </a:prstGeom>
            <a:gradFill>
              <a:gsLst>
                <a:gs pos="60000">
                  <a:schemeClr val="tx1">
                    <a:alpha val="10000"/>
                  </a:schemeClr>
                </a:gs>
                <a:gs pos="20000">
                  <a:schemeClr val="tx1">
                    <a:alpha val="20000"/>
                  </a:schemeClr>
                </a:gs>
              </a:gsLst>
              <a:lin ang="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0" rIns="91440" bIns="18288" rtlCol="0" anchor="ctr" anchorCtr="0"/>
            <a:lstStyle/>
            <a:p>
              <a:pPr lvl="0" algn="l">
                <a:spcAft>
                  <a:spcPts val="300"/>
                </a:spcAft>
              </a:pPr>
              <a:r>
                <a:rPr lang="en-US" sz="1050" dirty="0">
                  <a:solidFill>
                    <a:schemeClr val="tx1"/>
                  </a:solidFill>
                  <a:latin typeface="Calibre Medium" panose="020B0603030202060203" pitchFamily="34" charset="0"/>
                </a:rPr>
                <a:t>Narrow chart/graph column = 4.49” / 11.40 cm</a:t>
              </a:r>
            </a:p>
          </p:txBody>
        </p:sp>
        <p:sp>
          <p:nvSpPr>
            <p:cNvPr id="27" name="Rectangle 26">
              <a:extLst>
                <a:ext uri="{FF2B5EF4-FFF2-40B4-BE49-F238E27FC236}">
                  <a16:creationId xmlns:a16="http://schemas.microsoft.com/office/drawing/2014/main" id="{97ECBC1D-0C77-4862-ADE2-5207CD6B1485}"/>
                </a:ext>
              </a:extLst>
            </p:cNvPr>
            <p:cNvSpPr/>
            <p:nvPr userDrawn="1"/>
          </p:nvSpPr>
          <p:spPr>
            <a:xfrm>
              <a:off x="766764" y="-240316"/>
              <a:ext cx="6391655"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Wide text column = 6.99” / 17.75 cm</a:t>
              </a:r>
            </a:p>
          </p:txBody>
        </p:sp>
      </p:grpSp>
      <p:sp>
        <p:nvSpPr>
          <p:cNvPr id="3" name="Figure Placeholder 1">
            <a:extLst>
              <a:ext uri="{FF2B5EF4-FFF2-40B4-BE49-F238E27FC236}">
                <a16:creationId xmlns:a16="http://schemas.microsoft.com/office/drawing/2014/main" id="{6E5E7A9B-525A-4D6E-BEF8-9A6201B86BA2}"/>
              </a:ext>
            </a:extLst>
          </p:cNvPr>
          <p:cNvSpPr>
            <a:spLocks noGrp="1"/>
          </p:cNvSpPr>
          <p:nvPr>
            <p:ph type="body" sz="quarter" idx="10" hasCustomPrompt="1"/>
          </p:nvPr>
        </p:nvSpPr>
        <p:spPr>
          <a:xfrm>
            <a:off x="7707313" y="850392"/>
            <a:ext cx="4102481"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3" y="850392"/>
            <a:ext cx="6391656"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ource Placeholder 1">
            <a:extLst>
              <a:ext uri="{FF2B5EF4-FFF2-40B4-BE49-F238E27FC236}">
                <a16:creationId xmlns:a16="http://schemas.microsoft.com/office/drawing/2014/main" id="{5DB30040-1319-4A14-A732-94218BAA5329}"/>
              </a:ext>
            </a:extLst>
          </p:cNvPr>
          <p:cNvSpPr>
            <a:spLocks noGrp="1"/>
          </p:cNvSpPr>
          <p:nvPr>
            <p:ph type="body" sz="quarter" idx="13" hasCustomPrompt="1"/>
          </p:nvPr>
        </p:nvSpPr>
        <p:spPr>
          <a:xfrm>
            <a:off x="7707313" y="6176170"/>
            <a:ext cx="4102481" cy="211135"/>
          </a:xfrm>
          <a:noFill/>
        </p:spPr>
        <p:txBody>
          <a:bodyPr anchor="b" anchorCtr="0"/>
          <a:lstStyle>
            <a:lvl1pPr>
              <a:defRPr sz="800">
                <a:latin typeface="Calibre Light" panose="020B0303030202060203" pitchFamily="34" charset="0"/>
              </a:defRPr>
            </a:lvl1pPr>
          </a:lstStyle>
          <a:p>
            <a:pPr lvl="0"/>
            <a:r>
              <a:rPr lang="en-US" dirty="0"/>
              <a:t>Source</a:t>
            </a:r>
          </a:p>
        </p:txBody>
      </p:sp>
      <p:sp>
        <p:nvSpPr>
          <p:cNvPr id="10" name="Chart Placeholder 1">
            <a:extLst>
              <a:ext uri="{FF2B5EF4-FFF2-40B4-BE49-F238E27FC236}">
                <a16:creationId xmlns:a16="http://schemas.microsoft.com/office/drawing/2014/main" id="{750F594C-4786-4882-9E95-2717CE4C1591}"/>
              </a:ext>
            </a:extLst>
          </p:cNvPr>
          <p:cNvSpPr>
            <a:spLocks noGrp="1"/>
          </p:cNvSpPr>
          <p:nvPr>
            <p:ph type="chart" sz="quarter" idx="12" hasCustomPrompt="1"/>
          </p:nvPr>
        </p:nvSpPr>
        <p:spPr>
          <a:xfrm>
            <a:off x="7707313" y="1060704"/>
            <a:ext cx="4102481" cy="5017834"/>
          </a:xfrm>
          <a:noFill/>
        </p:spPr>
        <p:txBody>
          <a:bodyPr rIns="0" anchor="ctr" anchorCtr="0"/>
          <a:lstStyle>
            <a:lvl1pPr algn="ctr">
              <a:defRPr sz="2400"/>
            </a:lvl1pPr>
          </a:lstStyle>
          <a:p>
            <a:r>
              <a:rPr lang="en-US" dirty="0"/>
              <a:t>Click here to add chart</a:t>
            </a:r>
          </a:p>
        </p:txBody>
      </p:sp>
    </p:spTree>
    <p:extLst>
      <p:ext uri="{BB962C8B-B14F-4D97-AF65-F5344CB8AC3E}">
        <p14:creationId xmlns:p14="http://schemas.microsoft.com/office/powerpoint/2010/main" val="688001271"/>
      </p:ext>
    </p:extLst>
  </p:cSld>
  <p:clrMapOvr>
    <a:masterClrMapping/>
  </p:clrMapOvr>
  <p:extLst>
    <p:ext uri="{DCECCB84-F9BA-43D5-87BE-67443E8EF086}">
      <p15:sldGuideLst xmlns:p15="http://schemas.microsoft.com/office/powerpoint/2012/main">
        <p15:guide id="1" pos="4507" userDrawn="1">
          <p15:clr>
            <a:srgbClr val="FBAE40"/>
          </p15:clr>
        </p15:guide>
        <p15:guide id="2" pos="4855"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amp;LR - Body, 1 Col, 2 Charts">
    <p:spTree>
      <p:nvGrpSpPr>
        <p:cNvPr id="1" name=""/>
        <p:cNvGrpSpPr/>
        <p:nvPr/>
      </p:nvGrpSpPr>
      <p:grpSpPr>
        <a:xfrm>
          <a:off x="0" y="0"/>
          <a:ext cx="0" cy="0"/>
          <a:chOff x="0" y="0"/>
          <a:chExt cx="0" cy="0"/>
        </a:xfrm>
      </p:grpSpPr>
      <p:sp>
        <p:nvSpPr>
          <p:cNvPr id="4" name="Content Placeholder 1">
            <a:extLst>
              <a:ext uri="{FF2B5EF4-FFF2-40B4-BE49-F238E27FC236}">
                <a16:creationId xmlns:a16="http://schemas.microsoft.com/office/drawing/2014/main" id="{F2314808-C353-4800-82D5-1A2375B79499}"/>
              </a:ext>
            </a:extLst>
          </p:cNvPr>
          <p:cNvSpPr>
            <a:spLocks noGrp="1"/>
          </p:cNvSpPr>
          <p:nvPr>
            <p:ph sz="quarter" idx="10"/>
          </p:nvPr>
        </p:nvSpPr>
        <p:spPr>
          <a:xfrm>
            <a:off x="766763" y="850392"/>
            <a:ext cx="5029200"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igure Placeholder 1">
            <a:extLst>
              <a:ext uri="{FF2B5EF4-FFF2-40B4-BE49-F238E27FC236}">
                <a16:creationId xmlns:a16="http://schemas.microsoft.com/office/drawing/2014/main" id="{5524DE41-AD63-4387-9B85-4286CF0F0D25}"/>
              </a:ext>
            </a:extLst>
          </p:cNvPr>
          <p:cNvSpPr>
            <a:spLocks noGrp="1"/>
          </p:cNvSpPr>
          <p:nvPr>
            <p:ph type="body" sz="quarter" idx="11" hasCustomPrompt="1"/>
          </p:nvPr>
        </p:nvSpPr>
        <p:spPr>
          <a:xfrm>
            <a:off x="6348857" y="850392"/>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8" name="Chart Placeholder 1">
            <a:extLst>
              <a:ext uri="{FF2B5EF4-FFF2-40B4-BE49-F238E27FC236}">
                <a16:creationId xmlns:a16="http://schemas.microsoft.com/office/drawing/2014/main" id="{A7C05B7B-A844-462C-BC98-BA275B3C6704}"/>
              </a:ext>
            </a:extLst>
          </p:cNvPr>
          <p:cNvSpPr>
            <a:spLocks noGrp="1"/>
          </p:cNvSpPr>
          <p:nvPr>
            <p:ph type="chart" sz="quarter" idx="12" hasCustomPrompt="1"/>
          </p:nvPr>
        </p:nvSpPr>
        <p:spPr>
          <a:xfrm>
            <a:off x="6348857" y="1060703"/>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a:p>
            <a:endParaRPr lang="en-US" dirty="0"/>
          </a:p>
        </p:txBody>
      </p:sp>
      <p:sp>
        <p:nvSpPr>
          <p:cNvPr id="10" name="Source Placeholder 1">
            <a:extLst>
              <a:ext uri="{FF2B5EF4-FFF2-40B4-BE49-F238E27FC236}">
                <a16:creationId xmlns:a16="http://schemas.microsoft.com/office/drawing/2014/main" id="{D63015F6-F9E6-4E51-A09B-349CE60ACF55}"/>
              </a:ext>
            </a:extLst>
          </p:cNvPr>
          <p:cNvSpPr>
            <a:spLocks noGrp="1"/>
          </p:cNvSpPr>
          <p:nvPr>
            <p:ph type="body" sz="quarter" idx="13" hasCustomPrompt="1"/>
          </p:nvPr>
        </p:nvSpPr>
        <p:spPr>
          <a:xfrm>
            <a:off x="6348857" y="3314700"/>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
        <p:nvSpPr>
          <p:cNvPr id="5" name="Figure Placeholder 2">
            <a:extLst>
              <a:ext uri="{FF2B5EF4-FFF2-40B4-BE49-F238E27FC236}">
                <a16:creationId xmlns:a16="http://schemas.microsoft.com/office/drawing/2014/main" id="{599A623B-9970-4504-B215-C52CAA845589}"/>
              </a:ext>
            </a:extLst>
          </p:cNvPr>
          <p:cNvSpPr>
            <a:spLocks noGrp="1"/>
          </p:cNvSpPr>
          <p:nvPr>
            <p:ph type="body" sz="quarter" idx="14" hasCustomPrompt="1"/>
          </p:nvPr>
        </p:nvSpPr>
        <p:spPr>
          <a:xfrm>
            <a:off x="6348857" y="3723355"/>
            <a:ext cx="5458968" cy="210312"/>
          </a:xfrm>
        </p:spPr>
        <p:txBody>
          <a:bodyPr anchor="t" anchorCtr="0"/>
          <a:lstStyle>
            <a:lvl1pPr>
              <a:defRPr sz="900">
                <a:latin typeface="+mn-lt"/>
              </a:defRPr>
            </a:lvl1pPr>
          </a:lstStyle>
          <a:p>
            <a:pPr marL="0" marR="0" lvl="0" indent="0" defTabSz="914400" eaLnBrk="1" fontAlgn="auto" latinLnBrk="0" hangingPunct="1">
              <a:lnSpc>
                <a:spcPct val="100000"/>
              </a:lnSpc>
              <a:spcBef>
                <a:spcPts val="1200"/>
              </a:spcBef>
              <a:spcAft>
                <a:spcPts val="600"/>
              </a:spcAft>
              <a:buClrTx/>
              <a:buSzTx/>
              <a:buFontTx/>
              <a:buNone/>
              <a:tabLst/>
              <a:defRPr/>
            </a:pPr>
            <a:r>
              <a:rPr lang="en-US" dirty="0"/>
              <a:t>FIGURE #: Figure Name</a:t>
            </a:r>
          </a:p>
        </p:txBody>
      </p:sp>
      <p:sp>
        <p:nvSpPr>
          <p:cNvPr id="9" name="Chart Placeholder 2">
            <a:extLst>
              <a:ext uri="{FF2B5EF4-FFF2-40B4-BE49-F238E27FC236}">
                <a16:creationId xmlns:a16="http://schemas.microsoft.com/office/drawing/2014/main" id="{698AECD4-FF97-491D-B7A4-A688AB0EDB38}"/>
              </a:ext>
            </a:extLst>
          </p:cNvPr>
          <p:cNvSpPr>
            <a:spLocks noGrp="1"/>
          </p:cNvSpPr>
          <p:nvPr>
            <p:ph type="chart" sz="quarter" idx="15" hasCustomPrompt="1"/>
          </p:nvPr>
        </p:nvSpPr>
        <p:spPr>
          <a:xfrm>
            <a:off x="6348857" y="3933667"/>
            <a:ext cx="5458968" cy="2231136"/>
          </a:xfrm>
        </p:spPr>
        <p:txBody>
          <a:bodyPr anchor="ctr" anchorCtr="0"/>
          <a:lstStyle>
            <a:lvl1pPr marL="0" marR="0" indent="0" algn="ctr" defTabSz="914400" eaLnBrk="1" fontAlgn="auto" latinLnBrk="0" hangingPunct="1">
              <a:lnSpc>
                <a:spcPct val="100000"/>
              </a:lnSpc>
              <a:spcBef>
                <a:spcPts val="1800"/>
              </a:spcBef>
              <a:spcAft>
                <a:spcPts val="0"/>
              </a:spcAft>
              <a:buClrTx/>
              <a:buSzTx/>
              <a:buFontTx/>
              <a:buNone/>
              <a:tabLst/>
              <a:defRPr/>
            </a:lvl1pPr>
          </a:lstStyle>
          <a:p>
            <a:pPr marL="0" marR="0" lvl="0" indent="0" defTabSz="914400" eaLnBrk="1" fontAlgn="auto" latinLnBrk="0" hangingPunct="1">
              <a:lnSpc>
                <a:spcPct val="100000"/>
              </a:lnSpc>
              <a:spcBef>
                <a:spcPts val="1800"/>
              </a:spcBef>
              <a:spcAft>
                <a:spcPts val="0"/>
              </a:spcAft>
              <a:buClrTx/>
              <a:buSzTx/>
              <a:buFontTx/>
              <a:buNone/>
              <a:tabLst/>
              <a:defRPr/>
            </a:pPr>
            <a:r>
              <a:rPr lang="en-US" dirty="0"/>
              <a:t>Click here to add chart</a:t>
            </a:r>
          </a:p>
        </p:txBody>
      </p:sp>
      <p:sp>
        <p:nvSpPr>
          <p:cNvPr id="12" name="Source Placeholder 2">
            <a:extLst>
              <a:ext uri="{FF2B5EF4-FFF2-40B4-BE49-F238E27FC236}">
                <a16:creationId xmlns:a16="http://schemas.microsoft.com/office/drawing/2014/main" id="{B542CCEE-043A-4432-8DA5-8EA228765BAE}"/>
              </a:ext>
            </a:extLst>
          </p:cNvPr>
          <p:cNvSpPr>
            <a:spLocks noGrp="1"/>
          </p:cNvSpPr>
          <p:nvPr>
            <p:ph type="body" sz="quarter" idx="16" hasCustomPrompt="1"/>
          </p:nvPr>
        </p:nvSpPr>
        <p:spPr>
          <a:xfrm>
            <a:off x="6348857" y="6167438"/>
            <a:ext cx="5458968" cy="228600"/>
          </a:xfrm>
        </p:spPr>
        <p:txBody>
          <a:bodyPr anchor="b" anchorCtr="0"/>
          <a:lstStyle>
            <a:lvl1pPr>
              <a:defRPr sz="800">
                <a:latin typeface="Calibre Light" panose="020B0303030202060203" pitchFamily="34" charset="0"/>
              </a:defRPr>
            </a:lvl1pPr>
          </a:lstStyle>
          <a:p>
            <a:pPr lvl="0"/>
            <a:r>
              <a:rPr lang="en-US" dirty="0"/>
              <a:t>Source</a:t>
            </a:r>
          </a:p>
        </p:txBody>
      </p:sp>
    </p:spTree>
    <p:extLst>
      <p:ext uri="{BB962C8B-B14F-4D97-AF65-F5344CB8AC3E}">
        <p14:creationId xmlns:p14="http://schemas.microsoft.com/office/powerpoint/2010/main" val="1055451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amp;LR - Body, 2 Col">
    <p:spTree>
      <p:nvGrpSpPr>
        <p:cNvPr id="1" name=""/>
        <p:cNvGrpSpPr/>
        <p:nvPr/>
      </p:nvGrpSpPr>
      <p:grpSpPr>
        <a:xfrm>
          <a:off x="0" y="0"/>
          <a:ext cx="0" cy="0"/>
          <a:chOff x="0" y="0"/>
          <a:chExt cx="0" cy="0"/>
        </a:xfrm>
      </p:grpSpPr>
      <p:sp>
        <p:nvSpPr>
          <p:cNvPr id="5" name="Content Placeholder 1">
            <a:extLst>
              <a:ext uri="{FF2B5EF4-FFF2-40B4-BE49-F238E27FC236}">
                <a16:creationId xmlns:a16="http://schemas.microsoft.com/office/drawing/2014/main" id="{7DD0BC77-CF54-4073-84F0-BF3B85337214}"/>
              </a:ext>
            </a:extLst>
          </p:cNvPr>
          <p:cNvSpPr>
            <a:spLocks noGrp="1"/>
          </p:cNvSpPr>
          <p:nvPr>
            <p:ph sz="quarter" idx="11"/>
          </p:nvPr>
        </p:nvSpPr>
        <p:spPr>
          <a:xfrm>
            <a:off x="766761" y="850392"/>
            <a:ext cx="5027614"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299EE05-F9C5-4A94-AE7B-2F1F49292775}"/>
              </a:ext>
            </a:extLst>
          </p:cNvPr>
          <p:cNvSpPr>
            <a:spLocks noGrp="1"/>
          </p:cNvSpPr>
          <p:nvPr>
            <p:ph sz="quarter" idx="12"/>
          </p:nvPr>
        </p:nvSpPr>
        <p:spPr>
          <a:xfrm>
            <a:off x="6351270" y="850392"/>
            <a:ext cx="5458968" cy="5431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8325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amp;LR - Bod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7139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amp;LR - Back, Map Portrait">
    <p:spTree>
      <p:nvGrpSpPr>
        <p:cNvPr id="1" name=""/>
        <p:cNvGrpSpPr/>
        <p:nvPr/>
      </p:nvGrpSpPr>
      <p:grpSpPr>
        <a:xfrm>
          <a:off x="0" y="0"/>
          <a:ext cx="0" cy="0"/>
          <a:chOff x="0" y="0"/>
          <a:chExt cx="0" cy="0"/>
        </a:xfrm>
      </p:grpSpPr>
      <p:sp>
        <p:nvSpPr>
          <p:cNvPr id="12" name="Contact">
            <a:extLst>
              <a:ext uri="{FF2B5EF4-FFF2-40B4-BE49-F238E27FC236}">
                <a16:creationId xmlns:a16="http://schemas.microsoft.com/office/drawing/2014/main" id="{2BFDECD6-25C8-46CF-A163-5FB67327F86E}"/>
              </a:ext>
            </a:extLst>
          </p:cNvPr>
          <p:cNvSpPr txBox="1"/>
          <p:nvPr userDrawn="1"/>
        </p:nvSpPr>
        <p:spPr>
          <a:xfrm>
            <a:off x="768096" y="859536"/>
            <a:ext cx="4526280" cy="128058"/>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Market Area Overview</a:t>
            </a:r>
          </a:p>
        </p:txBody>
      </p:sp>
      <p:sp>
        <p:nvSpPr>
          <p:cNvPr id="5" name="Picture Placeholder 1">
            <a:extLst>
              <a:ext uri="{FF2B5EF4-FFF2-40B4-BE49-F238E27FC236}">
                <a16:creationId xmlns:a16="http://schemas.microsoft.com/office/drawing/2014/main" id="{DAB4C040-2151-4C92-BDA1-D3D439FEC791}"/>
              </a:ext>
            </a:extLst>
          </p:cNvPr>
          <p:cNvSpPr>
            <a:spLocks noGrp="1"/>
          </p:cNvSpPr>
          <p:nvPr>
            <p:ph type="pic" sz="quarter" idx="16" hasCustomPrompt="1"/>
          </p:nvPr>
        </p:nvSpPr>
        <p:spPr>
          <a:xfrm>
            <a:off x="768096" y="1123948"/>
            <a:ext cx="5458306" cy="4313240"/>
          </a:xfrm>
          <a:solidFill>
            <a:schemeClr val="accent3"/>
          </a:solidFill>
        </p:spPr>
        <p:txBody>
          <a:bodyPr anchor="ctr" anchorCtr="0"/>
          <a:lstStyle>
            <a:lvl1pPr algn="ctr">
              <a:defRPr/>
            </a:lvl1pPr>
          </a:lstStyle>
          <a:p>
            <a:r>
              <a:rPr lang="en-US" dirty="0"/>
              <a:t>Click to add picture</a:t>
            </a:r>
          </a:p>
        </p:txBody>
      </p:sp>
      <p:sp>
        <p:nvSpPr>
          <p:cNvPr id="14" name="Content Placeholder 2">
            <a:extLst>
              <a:ext uri="{FF2B5EF4-FFF2-40B4-BE49-F238E27FC236}">
                <a16:creationId xmlns:a16="http://schemas.microsoft.com/office/drawing/2014/main" id="{A2F70029-A94E-4EFA-95C4-60BBD34237DD}"/>
              </a:ext>
            </a:extLst>
          </p:cNvPr>
          <p:cNvSpPr>
            <a:spLocks noGrp="1"/>
          </p:cNvSpPr>
          <p:nvPr>
            <p:ph sz="quarter" idx="17"/>
          </p:nvPr>
        </p:nvSpPr>
        <p:spPr>
          <a:xfrm>
            <a:off x="6349517" y="1123947"/>
            <a:ext cx="5458307" cy="2231319"/>
          </a:xfrm>
          <a:solidFill>
            <a:srgbClr val="F6F6F6"/>
          </a:solidFill>
        </p:spPr>
        <p:txBody>
          <a:bodyPr lIns="91440" tIns="54864" rIns="73152" bIns="54864"/>
          <a:lstStyle>
            <a:lvl1pPr>
              <a:spcBef>
                <a:spcPts val="1200"/>
              </a:spcBef>
              <a:defRPr sz="1100">
                <a:solidFill>
                  <a:schemeClr val="accent6"/>
                </a:solidFill>
                <a:latin typeface="Calibre Medium" panose="020B0603030202060203" pitchFamily="34" charset="0"/>
              </a:defRPr>
            </a:lvl1pPr>
            <a:lvl2pPr>
              <a:spcBef>
                <a:spcPts val="600"/>
              </a:spcBef>
              <a:spcAft>
                <a:spcPts val="0"/>
              </a:spcAft>
              <a:defRPr sz="950"/>
            </a:lvl2pPr>
            <a:lvl3pPr marL="115888" indent="-115888">
              <a:spcBef>
                <a:spcPts val="300"/>
              </a:spcBef>
              <a:buFont typeface="Calibre Light" panose="020B0303030202060203" pitchFamily="34" charset="0"/>
              <a:buChar char="–"/>
              <a:defRPr sz="950">
                <a:solidFill>
                  <a:schemeClr val="tx1"/>
                </a:solidFill>
                <a:latin typeface="Calibre Light" panose="020B0303030202060203" pitchFamily="34" charset="0"/>
              </a:defRPr>
            </a:lvl3pPr>
          </a:lstStyle>
          <a:p>
            <a:pPr lvl="0"/>
            <a:r>
              <a:rPr lang="en-US"/>
              <a:t>Click to edit Master text styles</a:t>
            </a:r>
          </a:p>
          <a:p>
            <a:pPr lvl="1"/>
            <a:r>
              <a:rPr lang="en-US"/>
              <a:t>Second level</a:t>
            </a:r>
          </a:p>
          <a:p>
            <a:pPr lvl="2"/>
            <a:r>
              <a:rPr lang="en-US"/>
              <a:t>Third level</a:t>
            </a:r>
          </a:p>
        </p:txBody>
      </p:sp>
      <p:cxnSp>
        <p:nvCxnSpPr>
          <p:cNvPr id="23" name="Contacts Light Grey Line">
            <a:extLst>
              <a:ext uri="{FF2B5EF4-FFF2-40B4-BE49-F238E27FC236}">
                <a16:creationId xmlns:a16="http://schemas.microsoft.com/office/drawing/2014/main" id="{D3566777-E4A9-0A46-A488-CC1070870A92}"/>
              </a:ext>
            </a:extLst>
          </p:cNvPr>
          <p:cNvCxnSpPr>
            <a:cxnSpLocks/>
          </p:cNvCxnSpPr>
          <p:nvPr userDrawn="1"/>
        </p:nvCxnSpPr>
        <p:spPr>
          <a:xfrm>
            <a:off x="766763" y="7239000"/>
            <a:ext cx="11041062" cy="0"/>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Footer Cover">
            <a:extLst>
              <a:ext uri="{FF2B5EF4-FFF2-40B4-BE49-F238E27FC236}">
                <a16:creationId xmlns:a16="http://schemas.microsoft.com/office/drawing/2014/main" id="{7BCC04B1-54A5-674D-B4AF-06032E5B50A2}"/>
              </a:ext>
            </a:extLst>
          </p:cNvPr>
          <p:cNvSpPr/>
          <p:nvPr userDrawn="1"/>
        </p:nvSpPr>
        <p:spPr>
          <a:xfrm>
            <a:off x="0" y="6281738"/>
            <a:ext cx="12192000" cy="5762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Contact">
            <a:extLst>
              <a:ext uri="{FF2B5EF4-FFF2-40B4-BE49-F238E27FC236}">
                <a16:creationId xmlns:a16="http://schemas.microsoft.com/office/drawing/2014/main" id="{7CA1D86A-9319-6A4D-B243-295275A29AD4}"/>
              </a:ext>
            </a:extLst>
          </p:cNvPr>
          <p:cNvSpPr txBox="1"/>
          <p:nvPr userDrawn="1"/>
        </p:nvSpPr>
        <p:spPr>
          <a:xfrm>
            <a:off x="6350077" y="3429000"/>
            <a:ext cx="2666923" cy="146683"/>
          </a:xfrm>
          <a:prstGeom prst="rect">
            <a:avLst/>
          </a:prstGeom>
          <a:noFill/>
        </p:spPr>
        <p:txBody>
          <a:bodyPr wrap="square" lIns="0" tIns="0" rIns="0" bIns="0">
            <a:noAutofit/>
          </a:bodyPr>
          <a:lstStyle/>
          <a:p>
            <a:r>
              <a:rPr lang="en-US" sz="1100" dirty="0">
                <a:solidFill>
                  <a:schemeClr val="accent6"/>
                </a:solidFill>
                <a:effectLst/>
                <a:latin typeface="Calibre Medium" panose="020B0603030202060203" pitchFamily="34" charset="0"/>
              </a:rPr>
              <a:t>Contacts</a:t>
            </a:r>
          </a:p>
        </p:txBody>
      </p:sp>
      <p:sp>
        <p:nvSpPr>
          <p:cNvPr id="25" name="CBRE Vector Logo">
            <a:extLst>
              <a:ext uri="{FF2B5EF4-FFF2-40B4-BE49-F238E27FC236}">
                <a16:creationId xmlns:a16="http://schemas.microsoft.com/office/drawing/2014/main" id="{5440DB35-F2FA-434B-8F4B-3CCF9DD9AFD1}"/>
              </a:ext>
            </a:extLst>
          </p:cNvPr>
          <p:cNvSpPr>
            <a:spLocks noChangeAspect="1"/>
          </p:cNvSpPr>
          <p:nvPr userDrawn="1"/>
        </p:nvSpPr>
        <p:spPr>
          <a:xfrm>
            <a:off x="10893425" y="6370474"/>
            <a:ext cx="914400" cy="227176"/>
          </a:xfrm>
          <a:custGeom>
            <a:avLst/>
            <a:gdLst>
              <a:gd name="connsiteX0" fmla="*/ 306851 w 924217"/>
              <a:gd name="connsiteY0" fmla="*/ 137455 h 229615"/>
              <a:gd name="connsiteX1" fmla="*/ 306851 w 924217"/>
              <a:gd name="connsiteY1" fmla="*/ 175680 h 229615"/>
              <a:gd name="connsiteX2" fmla="*/ 383040 w 924217"/>
              <a:gd name="connsiteY2" fmla="*/ 175680 h 229615"/>
              <a:gd name="connsiteX3" fmla="*/ 402153 w 924217"/>
              <a:gd name="connsiteY3" fmla="*/ 156305 h 229615"/>
              <a:gd name="connsiteX4" fmla="*/ 385134 w 924217"/>
              <a:gd name="connsiteY4" fmla="*/ 137455 h 229615"/>
              <a:gd name="connsiteX5" fmla="*/ 384873 w 924217"/>
              <a:gd name="connsiteY5" fmla="*/ 137455 h 229615"/>
              <a:gd name="connsiteX6" fmla="*/ 384611 w 924217"/>
              <a:gd name="connsiteY6" fmla="*/ 137455 h 229615"/>
              <a:gd name="connsiteX7" fmla="*/ 539868 w 924217"/>
              <a:gd name="connsiteY7" fmla="*/ 50530 h 229615"/>
              <a:gd name="connsiteX8" fmla="*/ 539868 w 924217"/>
              <a:gd name="connsiteY8" fmla="*/ 87185 h 229615"/>
              <a:gd name="connsiteX9" fmla="*/ 618414 w 924217"/>
              <a:gd name="connsiteY9" fmla="*/ 87185 h 229615"/>
              <a:gd name="connsiteX10" fmla="*/ 636479 w 924217"/>
              <a:gd name="connsiteY10" fmla="*/ 71476 h 229615"/>
              <a:gd name="connsiteX11" fmla="*/ 636218 w 924217"/>
              <a:gd name="connsiteY11" fmla="*/ 71476 h 229615"/>
              <a:gd name="connsiteX12" fmla="*/ 636218 w 924217"/>
              <a:gd name="connsiteY12" fmla="*/ 66501 h 229615"/>
              <a:gd name="connsiteX13" fmla="*/ 618414 w 924217"/>
              <a:gd name="connsiteY13" fmla="*/ 50530 h 229615"/>
              <a:gd name="connsiteX14" fmla="*/ 306589 w 924217"/>
              <a:gd name="connsiteY14" fmla="*/ 49745 h 229615"/>
              <a:gd name="connsiteX15" fmla="*/ 306851 w 924217"/>
              <a:gd name="connsiteY15" fmla="*/ 87447 h 229615"/>
              <a:gd name="connsiteX16" fmla="*/ 386443 w 924217"/>
              <a:gd name="connsiteY16" fmla="*/ 87185 h 229615"/>
              <a:gd name="connsiteX17" fmla="*/ 402676 w 924217"/>
              <a:gd name="connsiteY17" fmla="*/ 68073 h 229615"/>
              <a:gd name="connsiteX18" fmla="*/ 386967 w 924217"/>
              <a:gd name="connsiteY18" fmla="*/ 49745 h 229615"/>
              <a:gd name="connsiteX19" fmla="*/ 386705 w 924217"/>
              <a:gd name="connsiteY19" fmla="*/ 49745 h 229615"/>
              <a:gd name="connsiteX20" fmla="*/ 386443 w 924217"/>
              <a:gd name="connsiteY20" fmla="*/ 49745 h 229615"/>
              <a:gd name="connsiteX21" fmla="*/ 484363 w 924217"/>
              <a:gd name="connsiteY21" fmla="*/ 261 h 229615"/>
              <a:gd name="connsiteX22" fmla="*/ 606108 w 924217"/>
              <a:gd name="connsiteY22" fmla="*/ 261 h 229615"/>
              <a:gd name="connsiteX23" fmla="*/ 688581 w 924217"/>
              <a:gd name="connsiteY23" fmla="*/ 60479 h 229615"/>
              <a:gd name="connsiteX24" fmla="*/ 654807 w 924217"/>
              <a:gd name="connsiteY24" fmla="*/ 111010 h 229615"/>
              <a:gd name="connsiteX25" fmla="*/ 687796 w 924217"/>
              <a:gd name="connsiteY25" fmla="*/ 155519 h 229615"/>
              <a:gd name="connsiteX26" fmla="*/ 687796 w 924217"/>
              <a:gd name="connsiteY26" fmla="*/ 229614 h 229615"/>
              <a:gd name="connsiteX27" fmla="*/ 633076 w 924217"/>
              <a:gd name="connsiteY27" fmla="*/ 229614 h 229615"/>
              <a:gd name="connsiteX28" fmla="*/ 633076 w 924217"/>
              <a:gd name="connsiteY28" fmla="*/ 169396 h 229615"/>
              <a:gd name="connsiteX29" fmla="*/ 601658 w 924217"/>
              <a:gd name="connsiteY29" fmla="*/ 136930 h 229615"/>
              <a:gd name="connsiteX30" fmla="*/ 540130 w 924217"/>
              <a:gd name="connsiteY30" fmla="*/ 136930 h 229615"/>
              <a:gd name="connsiteX31" fmla="*/ 540130 w 924217"/>
              <a:gd name="connsiteY31" fmla="*/ 229614 h 229615"/>
              <a:gd name="connsiteX32" fmla="*/ 484363 w 924217"/>
              <a:gd name="connsiteY32" fmla="*/ 229614 h 229615"/>
              <a:gd name="connsiteX33" fmla="*/ 722879 w 924217"/>
              <a:gd name="connsiteY33" fmla="*/ 0 h 229615"/>
              <a:gd name="connsiteX34" fmla="*/ 923955 w 924217"/>
              <a:gd name="connsiteY34" fmla="*/ 0 h 229615"/>
              <a:gd name="connsiteX35" fmla="*/ 923955 w 924217"/>
              <a:gd name="connsiteY35" fmla="*/ 50007 h 229615"/>
              <a:gd name="connsiteX36" fmla="*/ 778908 w 924217"/>
              <a:gd name="connsiteY36" fmla="*/ 50007 h 229615"/>
              <a:gd name="connsiteX37" fmla="*/ 779170 w 924217"/>
              <a:gd name="connsiteY37" fmla="*/ 86924 h 229615"/>
              <a:gd name="connsiteX38" fmla="*/ 909817 w 924217"/>
              <a:gd name="connsiteY38" fmla="*/ 86924 h 229615"/>
              <a:gd name="connsiteX39" fmla="*/ 909817 w 924217"/>
              <a:gd name="connsiteY39" fmla="*/ 137193 h 229615"/>
              <a:gd name="connsiteX40" fmla="*/ 779170 w 924217"/>
              <a:gd name="connsiteY40" fmla="*/ 137193 h 229615"/>
              <a:gd name="connsiteX41" fmla="*/ 779170 w 924217"/>
              <a:gd name="connsiteY41" fmla="*/ 177251 h 229615"/>
              <a:gd name="connsiteX42" fmla="*/ 924217 w 924217"/>
              <a:gd name="connsiteY42" fmla="*/ 177251 h 229615"/>
              <a:gd name="connsiteX43" fmla="*/ 924217 w 924217"/>
              <a:gd name="connsiteY43" fmla="*/ 229615 h 229615"/>
              <a:gd name="connsiteX44" fmla="*/ 723141 w 924217"/>
              <a:gd name="connsiteY44" fmla="*/ 229615 h 229615"/>
              <a:gd name="connsiteX45" fmla="*/ 722879 w 924217"/>
              <a:gd name="connsiteY45" fmla="*/ 0 h 229615"/>
              <a:gd name="connsiteX46" fmla="*/ 250298 w 924217"/>
              <a:gd name="connsiteY46" fmla="*/ 0 h 229615"/>
              <a:gd name="connsiteX47" fmla="*/ 369163 w 924217"/>
              <a:gd name="connsiteY47" fmla="*/ 0 h 229615"/>
              <a:gd name="connsiteX48" fmla="*/ 454254 w 924217"/>
              <a:gd name="connsiteY48" fmla="*/ 56815 h 229615"/>
              <a:gd name="connsiteX49" fmla="*/ 419956 w 924217"/>
              <a:gd name="connsiteY49" fmla="*/ 111011 h 229615"/>
              <a:gd name="connsiteX50" fmla="*/ 456611 w 924217"/>
              <a:gd name="connsiteY50" fmla="*/ 163113 h 229615"/>
              <a:gd name="connsiteX51" fmla="*/ 368902 w 924217"/>
              <a:gd name="connsiteY51" fmla="*/ 229091 h 229615"/>
              <a:gd name="connsiteX52" fmla="*/ 250298 w 924217"/>
              <a:gd name="connsiteY52" fmla="*/ 229091 h 229615"/>
              <a:gd name="connsiteX53" fmla="*/ 250298 w 924217"/>
              <a:gd name="connsiteY53" fmla="*/ 0 h 229615"/>
              <a:gd name="connsiteX54" fmla="*/ 213644 w 924217"/>
              <a:gd name="connsiteY54" fmla="*/ 0 h 229615"/>
              <a:gd name="connsiteX55" fmla="*/ 215476 w 924217"/>
              <a:gd name="connsiteY55" fmla="*/ 0 h 229615"/>
              <a:gd name="connsiteX56" fmla="*/ 215215 w 924217"/>
              <a:gd name="connsiteY56" fmla="*/ 52102 h 229615"/>
              <a:gd name="connsiteX57" fmla="*/ 213382 w 924217"/>
              <a:gd name="connsiteY57" fmla="*/ 52102 h 229615"/>
              <a:gd name="connsiteX58" fmla="*/ 109702 w 924217"/>
              <a:gd name="connsiteY58" fmla="*/ 53149 h 229615"/>
              <a:gd name="connsiteX59" fmla="*/ 54720 w 924217"/>
              <a:gd name="connsiteY59" fmla="*/ 112582 h 229615"/>
              <a:gd name="connsiteX60" fmla="*/ 111535 w 924217"/>
              <a:gd name="connsiteY60" fmla="*/ 173062 h 229615"/>
              <a:gd name="connsiteX61" fmla="*/ 213905 w 924217"/>
              <a:gd name="connsiteY61" fmla="*/ 174109 h 229615"/>
              <a:gd name="connsiteX62" fmla="*/ 216000 w 924217"/>
              <a:gd name="connsiteY62" fmla="*/ 174109 h 229615"/>
              <a:gd name="connsiteX63" fmla="*/ 215738 w 924217"/>
              <a:gd name="connsiteY63" fmla="*/ 229353 h 229615"/>
              <a:gd name="connsiteX64" fmla="*/ 213905 w 924217"/>
              <a:gd name="connsiteY64" fmla="*/ 229353 h 229615"/>
              <a:gd name="connsiteX65" fmla="*/ 145309 w 924217"/>
              <a:gd name="connsiteY65" fmla="*/ 229353 h 229615"/>
              <a:gd name="connsiteX66" fmla="*/ 126720 w 924217"/>
              <a:gd name="connsiteY66" fmla="*/ 229091 h 229615"/>
              <a:gd name="connsiteX67" fmla="*/ 64407 w 924217"/>
              <a:gd name="connsiteY67" fmla="*/ 216524 h 229615"/>
              <a:gd name="connsiteX68" fmla="*/ 1833 w 924217"/>
              <a:gd name="connsiteY68" fmla="*/ 137455 h 229615"/>
              <a:gd name="connsiteX69" fmla="*/ 0 w 924217"/>
              <a:gd name="connsiteY69" fmla="*/ 114415 h 229615"/>
              <a:gd name="connsiteX70" fmla="*/ 22516 w 924217"/>
              <a:gd name="connsiteY70" fmla="*/ 46080 h 229615"/>
              <a:gd name="connsiteX71" fmla="*/ 67811 w 924217"/>
              <a:gd name="connsiteY71" fmla="*/ 9687 h 229615"/>
              <a:gd name="connsiteX72" fmla="*/ 115462 w 924217"/>
              <a:gd name="connsiteY72" fmla="*/ 262 h 229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924217" h="229615">
                <a:moveTo>
                  <a:pt x="306851" y="137455"/>
                </a:moveTo>
                <a:lnTo>
                  <a:pt x="306851" y="175680"/>
                </a:lnTo>
                <a:lnTo>
                  <a:pt x="383040" y="175680"/>
                </a:lnTo>
                <a:cubicBezTo>
                  <a:pt x="393251" y="175680"/>
                  <a:pt x="402153" y="166778"/>
                  <a:pt x="402153" y="156305"/>
                </a:cubicBezTo>
                <a:cubicBezTo>
                  <a:pt x="402153" y="146618"/>
                  <a:pt x="394822" y="138502"/>
                  <a:pt x="385134" y="137455"/>
                </a:cubicBezTo>
                <a:lnTo>
                  <a:pt x="384873" y="137455"/>
                </a:lnTo>
                <a:lnTo>
                  <a:pt x="384611" y="137455"/>
                </a:lnTo>
                <a:close/>
                <a:moveTo>
                  <a:pt x="539868" y="50530"/>
                </a:moveTo>
                <a:lnTo>
                  <a:pt x="539868" y="87185"/>
                </a:lnTo>
                <a:lnTo>
                  <a:pt x="618414" y="87185"/>
                </a:lnTo>
                <a:cubicBezTo>
                  <a:pt x="627839" y="87185"/>
                  <a:pt x="635432" y="79068"/>
                  <a:pt x="636479" y="71476"/>
                </a:cubicBezTo>
                <a:lnTo>
                  <a:pt x="636218" y="71476"/>
                </a:lnTo>
                <a:lnTo>
                  <a:pt x="636218" y="66501"/>
                </a:lnTo>
                <a:cubicBezTo>
                  <a:pt x="635170" y="57337"/>
                  <a:pt x="627839" y="50530"/>
                  <a:pt x="618414" y="50530"/>
                </a:cubicBezTo>
                <a:close/>
                <a:moveTo>
                  <a:pt x="306589" y="49745"/>
                </a:moveTo>
                <a:lnTo>
                  <a:pt x="306851" y="87447"/>
                </a:lnTo>
                <a:lnTo>
                  <a:pt x="386443" y="87185"/>
                </a:lnTo>
                <a:cubicBezTo>
                  <a:pt x="395607" y="85876"/>
                  <a:pt x="402676" y="77236"/>
                  <a:pt x="402676" y="68073"/>
                </a:cubicBezTo>
                <a:cubicBezTo>
                  <a:pt x="402676" y="58909"/>
                  <a:pt x="396131" y="51316"/>
                  <a:pt x="386967" y="49745"/>
                </a:cubicBezTo>
                <a:lnTo>
                  <a:pt x="386705" y="49745"/>
                </a:lnTo>
                <a:lnTo>
                  <a:pt x="386443" y="49745"/>
                </a:lnTo>
                <a:close/>
                <a:moveTo>
                  <a:pt x="484363" y="261"/>
                </a:moveTo>
                <a:lnTo>
                  <a:pt x="606108" y="261"/>
                </a:lnTo>
                <a:cubicBezTo>
                  <a:pt x="645643" y="261"/>
                  <a:pt x="688319" y="10734"/>
                  <a:pt x="688581" y="60479"/>
                </a:cubicBezTo>
                <a:cubicBezTo>
                  <a:pt x="688581" y="100799"/>
                  <a:pt x="654807" y="111010"/>
                  <a:pt x="654807" y="111010"/>
                </a:cubicBezTo>
                <a:cubicBezTo>
                  <a:pt x="654807" y="111010"/>
                  <a:pt x="687796" y="121221"/>
                  <a:pt x="687796" y="155519"/>
                </a:cubicBezTo>
                <a:lnTo>
                  <a:pt x="687796" y="229614"/>
                </a:lnTo>
                <a:lnTo>
                  <a:pt x="633076" y="229614"/>
                </a:lnTo>
                <a:lnTo>
                  <a:pt x="633076" y="169396"/>
                </a:lnTo>
                <a:cubicBezTo>
                  <a:pt x="633076" y="151592"/>
                  <a:pt x="619199" y="137192"/>
                  <a:pt x="601658" y="136930"/>
                </a:cubicBezTo>
                <a:cubicBezTo>
                  <a:pt x="601658" y="136930"/>
                  <a:pt x="540130" y="136930"/>
                  <a:pt x="540130" y="136930"/>
                </a:cubicBezTo>
                <a:cubicBezTo>
                  <a:pt x="540130" y="136930"/>
                  <a:pt x="540130" y="223068"/>
                  <a:pt x="540130" y="229614"/>
                </a:cubicBezTo>
                <a:cubicBezTo>
                  <a:pt x="534370" y="229614"/>
                  <a:pt x="484363" y="229614"/>
                  <a:pt x="484363" y="229614"/>
                </a:cubicBezTo>
                <a:close/>
                <a:moveTo>
                  <a:pt x="722879" y="0"/>
                </a:moveTo>
                <a:lnTo>
                  <a:pt x="923955" y="0"/>
                </a:lnTo>
                <a:lnTo>
                  <a:pt x="923955" y="50007"/>
                </a:lnTo>
                <a:lnTo>
                  <a:pt x="778908" y="50007"/>
                </a:lnTo>
                <a:lnTo>
                  <a:pt x="779170" y="86924"/>
                </a:lnTo>
                <a:lnTo>
                  <a:pt x="909817" y="86924"/>
                </a:lnTo>
                <a:lnTo>
                  <a:pt x="909817" y="137193"/>
                </a:lnTo>
                <a:lnTo>
                  <a:pt x="779170" y="137193"/>
                </a:lnTo>
                <a:lnTo>
                  <a:pt x="779170" y="177251"/>
                </a:lnTo>
                <a:lnTo>
                  <a:pt x="924217" y="177251"/>
                </a:lnTo>
                <a:lnTo>
                  <a:pt x="924217" y="229615"/>
                </a:lnTo>
                <a:cubicBezTo>
                  <a:pt x="924217" y="229615"/>
                  <a:pt x="729948" y="229615"/>
                  <a:pt x="723141" y="229615"/>
                </a:cubicBezTo>
                <a:cubicBezTo>
                  <a:pt x="722879" y="223069"/>
                  <a:pt x="722879" y="0"/>
                  <a:pt x="722879" y="0"/>
                </a:cubicBezTo>
                <a:close/>
                <a:moveTo>
                  <a:pt x="250298" y="0"/>
                </a:moveTo>
                <a:lnTo>
                  <a:pt x="369163" y="0"/>
                </a:lnTo>
                <a:cubicBezTo>
                  <a:pt x="432785" y="0"/>
                  <a:pt x="454516" y="26444"/>
                  <a:pt x="454254" y="56815"/>
                </a:cubicBezTo>
                <a:cubicBezTo>
                  <a:pt x="454516" y="76713"/>
                  <a:pt x="449280" y="101324"/>
                  <a:pt x="419956" y="111011"/>
                </a:cubicBezTo>
                <a:cubicBezTo>
                  <a:pt x="419956" y="111011"/>
                  <a:pt x="456611" y="123316"/>
                  <a:pt x="456611" y="163113"/>
                </a:cubicBezTo>
                <a:cubicBezTo>
                  <a:pt x="456611" y="196102"/>
                  <a:pt x="433047" y="229091"/>
                  <a:pt x="368902" y="229091"/>
                </a:cubicBezTo>
                <a:cubicBezTo>
                  <a:pt x="368902" y="229091"/>
                  <a:pt x="256843" y="229091"/>
                  <a:pt x="250298" y="229091"/>
                </a:cubicBezTo>
                <a:cubicBezTo>
                  <a:pt x="250298" y="222545"/>
                  <a:pt x="250298" y="0"/>
                  <a:pt x="250298" y="0"/>
                </a:cubicBezTo>
                <a:close/>
                <a:moveTo>
                  <a:pt x="213644" y="0"/>
                </a:moveTo>
                <a:lnTo>
                  <a:pt x="215476" y="0"/>
                </a:lnTo>
                <a:lnTo>
                  <a:pt x="215215" y="52102"/>
                </a:lnTo>
                <a:lnTo>
                  <a:pt x="213382" y="52102"/>
                </a:lnTo>
                <a:cubicBezTo>
                  <a:pt x="212596" y="52102"/>
                  <a:pt x="125673" y="51055"/>
                  <a:pt x="109702" y="53149"/>
                </a:cubicBezTo>
                <a:cubicBezTo>
                  <a:pt x="76189" y="57600"/>
                  <a:pt x="54720" y="80902"/>
                  <a:pt x="54720" y="112582"/>
                </a:cubicBezTo>
                <a:cubicBezTo>
                  <a:pt x="54720" y="137978"/>
                  <a:pt x="69644" y="168873"/>
                  <a:pt x="111535" y="173062"/>
                </a:cubicBezTo>
                <a:cubicBezTo>
                  <a:pt x="137716" y="175680"/>
                  <a:pt x="213120" y="174109"/>
                  <a:pt x="213905" y="174109"/>
                </a:cubicBezTo>
                <a:lnTo>
                  <a:pt x="216000" y="174109"/>
                </a:lnTo>
                <a:lnTo>
                  <a:pt x="215738" y="229353"/>
                </a:lnTo>
                <a:lnTo>
                  <a:pt x="213905" y="229353"/>
                </a:lnTo>
                <a:cubicBezTo>
                  <a:pt x="213905" y="229353"/>
                  <a:pt x="145309" y="229353"/>
                  <a:pt x="145309" y="229353"/>
                </a:cubicBezTo>
                <a:cubicBezTo>
                  <a:pt x="145309" y="229353"/>
                  <a:pt x="126720" y="229091"/>
                  <a:pt x="126720" y="229091"/>
                </a:cubicBezTo>
                <a:cubicBezTo>
                  <a:pt x="92422" y="227258"/>
                  <a:pt x="75404" y="221498"/>
                  <a:pt x="64407" y="216524"/>
                </a:cubicBezTo>
                <a:cubicBezTo>
                  <a:pt x="31680" y="201076"/>
                  <a:pt x="8902" y="172276"/>
                  <a:pt x="1833" y="137455"/>
                </a:cubicBezTo>
                <a:cubicBezTo>
                  <a:pt x="524" y="129862"/>
                  <a:pt x="0" y="122269"/>
                  <a:pt x="0" y="114415"/>
                </a:cubicBezTo>
                <a:cubicBezTo>
                  <a:pt x="0" y="89542"/>
                  <a:pt x="7855" y="65978"/>
                  <a:pt x="22516" y="46080"/>
                </a:cubicBezTo>
                <a:cubicBezTo>
                  <a:pt x="34298" y="30371"/>
                  <a:pt x="49745" y="17804"/>
                  <a:pt x="67811" y="9687"/>
                </a:cubicBezTo>
                <a:cubicBezTo>
                  <a:pt x="86400" y="2095"/>
                  <a:pt x="104465" y="1047"/>
                  <a:pt x="115462" y="262"/>
                </a:cubicBezTo>
                <a:close/>
              </a:path>
            </a:pathLst>
          </a:custGeom>
          <a:solidFill>
            <a:srgbClr val="003F2D"/>
          </a:solidFill>
          <a:ln w="2617" cap="flat">
            <a:noFill/>
            <a:prstDash val="solid"/>
            <a:miter/>
          </a:ln>
        </p:spPr>
        <p:txBody>
          <a:bodyPr wrap="square" rtlCol="0" anchor="ctr">
            <a:noAutofit/>
          </a:bodyPr>
          <a:lstStyle/>
          <a:p>
            <a:endParaRPr lang="en-US" dirty="0"/>
          </a:p>
        </p:txBody>
      </p:sp>
      <p:sp>
        <p:nvSpPr>
          <p:cNvPr id="26" name="slide_master_final_copyright">
            <a:extLst>
              <a:ext uri="{FF2B5EF4-FFF2-40B4-BE49-F238E27FC236}">
                <a16:creationId xmlns:a16="http://schemas.microsoft.com/office/drawing/2014/main" id="{F56DEEE1-982D-0D4B-AF8C-986AE25CF035}"/>
              </a:ext>
            </a:extLst>
          </p:cNvPr>
          <p:cNvSpPr txBox="1">
            <a:spLocks/>
          </p:cNvSpPr>
          <p:nvPr userDrawn="1"/>
        </p:nvSpPr>
        <p:spPr>
          <a:xfrm>
            <a:off x="766762" y="5734051"/>
            <a:ext cx="9742488" cy="859175"/>
          </a:xfrm>
          <a:prstGeom prst="rect">
            <a:avLst/>
          </a:prstGeom>
        </p:spPr>
        <p:txBody>
          <a:bodyPr vert="horz" lIns="0" tIns="0" rIns="0" bIns="0" rtlCol="0">
            <a:noAutofit/>
          </a:bodyPr>
          <a:lstStyle>
            <a:lvl1pPr marL="0" indent="0" algn="ctr" defTabSz="755934" rtl="0" eaLnBrk="1" latinLnBrk="0" hangingPunct="1">
              <a:lnSpc>
                <a:spcPct val="90000"/>
              </a:lnSpc>
              <a:spcBef>
                <a:spcPts val="827"/>
              </a:spcBef>
              <a:buFont typeface="Arial" panose="020B0604020202020204" pitchFamily="34" charset="0"/>
              <a:buNone/>
              <a:defRPr sz="1984" kern="1200">
                <a:solidFill>
                  <a:schemeClr val="tx1"/>
                </a:solidFill>
                <a:latin typeface="+mn-lt"/>
                <a:ea typeface="+mn-ea"/>
                <a:cs typeface="+mn-cs"/>
              </a:defRPr>
            </a:lvl1pPr>
            <a:lvl2pPr marL="377967" indent="0" algn="ctr" defTabSz="755934" rtl="0" eaLnBrk="1" latinLnBrk="0" hangingPunct="1">
              <a:lnSpc>
                <a:spcPct val="90000"/>
              </a:lnSpc>
              <a:spcBef>
                <a:spcPts val="413"/>
              </a:spcBef>
              <a:buFont typeface="Arial" panose="020B0604020202020204" pitchFamily="34" charset="0"/>
              <a:buNone/>
              <a:defRPr sz="1653" kern="1200">
                <a:solidFill>
                  <a:schemeClr val="tx1"/>
                </a:solidFill>
                <a:latin typeface="+mn-lt"/>
                <a:ea typeface="+mn-ea"/>
                <a:cs typeface="+mn-cs"/>
              </a:defRPr>
            </a:lvl2pPr>
            <a:lvl3pPr marL="755934" indent="0" algn="ctr" defTabSz="755934" rtl="0" eaLnBrk="1" latinLnBrk="0" hangingPunct="1">
              <a:lnSpc>
                <a:spcPct val="90000"/>
              </a:lnSpc>
              <a:spcBef>
                <a:spcPts val="413"/>
              </a:spcBef>
              <a:buFont typeface="Arial" panose="020B0604020202020204" pitchFamily="34" charset="0"/>
              <a:buNone/>
              <a:defRPr sz="1488" kern="1200">
                <a:solidFill>
                  <a:schemeClr val="tx1"/>
                </a:solidFill>
                <a:latin typeface="+mn-lt"/>
                <a:ea typeface="+mn-ea"/>
                <a:cs typeface="+mn-cs"/>
              </a:defRPr>
            </a:lvl3pPr>
            <a:lvl4pPr marL="1133902"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4pPr>
            <a:lvl5pPr marL="1511869"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5pPr>
            <a:lvl6pPr marL="1889836"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6pPr>
            <a:lvl7pPr marL="2267803"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7pPr>
            <a:lvl8pPr marL="2645771"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8pPr>
            <a:lvl9pPr marL="3023738" indent="0" algn="ctr" defTabSz="755934" rtl="0" eaLnBrk="1" latinLnBrk="0" hangingPunct="1">
              <a:lnSpc>
                <a:spcPct val="90000"/>
              </a:lnSpc>
              <a:spcBef>
                <a:spcPts val="413"/>
              </a:spcBef>
              <a:buFont typeface="Arial" panose="020B0604020202020204" pitchFamily="34" charset="0"/>
              <a:buNone/>
              <a:defRPr sz="1323" kern="1200">
                <a:solidFill>
                  <a:schemeClr val="tx1"/>
                </a:solidFill>
                <a:latin typeface="+mn-lt"/>
                <a:ea typeface="+mn-ea"/>
                <a:cs typeface="+mn-cs"/>
              </a:defRPr>
            </a:lvl9pPr>
          </a:lstStyle>
          <a:p>
            <a:pPr algn="l">
              <a:lnSpc>
                <a:spcPts val="1100"/>
              </a:lnSpc>
              <a:spcBef>
                <a:spcPts val="227"/>
              </a:spcBef>
              <a:spcAft>
                <a:spcPts val="0"/>
              </a:spcAft>
            </a:pPr>
            <a:r>
              <a:rPr lang="en-US" sz="800" dirty="0">
                <a:solidFill>
                  <a:schemeClr val="bg1"/>
                </a:solidFill>
                <a:latin typeface="Barlow Condensed Light" panose="00000406000000000000" pitchFamily="2" charset="0"/>
              </a:rPr>
              <a:t>© 2024 CBRE, Inc. All rights reserved. This information has been obtained from sources believed reliable but has not been verified for accuracy or completeness. CBRE, Inc. makes no guarantee, representation or warranty and accepts no responsibility or liability as to the accuracy, completeness, or reliability of the information contained herein. You should conduct a careful, independent investigation of the property and verify all information. Any reliance on this information is solely at your own risk. CBRE and the CBRE logo are service marks of CBRE, Inc. All other marks displayed on this document are the property of their respective owners, and the use of such marks does not imply any affiliation with or endorsement of CBRE. Photos herein are the property of their respective owners. Use of these images without the express written consent of the owner is prohibited.</a:t>
            </a:r>
          </a:p>
        </p:txBody>
      </p:sp>
      <p:sp>
        <p:nvSpPr>
          <p:cNvPr id="30" name="Contact Placeholder 1">
            <a:extLst>
              <a:ext uri="{FF2B5EF4-FFF2-40B4-BE49-F238E27FC236}">
                <a16:creationId xmlns:a16="http://schemas.microsoft.com/office/drawing/2014/main" id="{AAF1E6E5-D909-8348-B3E1-3ED63EC3674B}"/>
              </a:ext>
            </a:extLst>
          </p:cNvPr>
          <p:cNvSpPr>
            <a:spLocks noGrp="1"/>
          </p:cNvSpPr>
          <p:nvPr>
            <p:ph type="body" sz="quarter" idx="10" hasCustomPrompt="1"/>
          </p:nvPr>
        </p:nvSpPr>
        <p:spPr>
          <a:xfrm>
            <a:off x="6349518"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1" name="Contact Placeholder 2">
            <a:extLst>
              <a:ext uri="{FF2B5EF4-FFF2-40B4-BE49-F238E27FC236}">
                <a16:creationId xmlns:a16="http://schemas.microsoft.com/office/drawing/2014/main" id="{6693F325-61F3-2C4E-B9F8-4D8CDD6C2683}"/>
              </a:ext>
            </a:extLst>
          </p:cNvPr>
          <p:cNvSpPr>
            <a:spLocks noGrp="1"/>
          </p:cNvSpPr>
          <p:nvPr>
            <p:ph type="body" sz="quarter" idx="11" hasCustomPrompt="1"/>
          </p:nvPr>
        </p:nvSpPr>
        <p:spPr>
          <a:xfrm>
            <a:off x="8209992"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2" name="Contact Placeholder 3">
            <a:extLst>
              <a:ext uri="{FF2B5EF4-FFF2-40B4-BE49-F238E27FC236}">
                <a16:creationId xmlns:a16="http://schemas.microsoft.com/office/drawing/2014/main" id="{0EC0E303-8C08-DA40-BAF5-E4149BB945EA}"/>
              </a:ext>
            </a:extLst>
          </p:cNvPr>
          <p:cNvSpPr>
            <a:spLocks noGrp="1"/>
          </p:cNvSpPr>
          <p:nvPr>
            <p:ph type="body" sz="quarter" idx="12" hasCustomPrompt="1"/>
          </p:nvPr>
        </p:nvSpPr>
        <p:spPr>
          <a:xfrm>
            <a:off x="10070466" y="3736272"/>
            <a:ext cx="1737360" cy="804672"/>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3" name="Contact Placeholder 4">
            <a:extLst>
              <a:ext uri="{FF2B5EF4-FFF2-40B4-BE49-F238E27FC236}">
                <a16:creationId xmlns:a16="http://schemas.microsoft.com/office/drawing/2014/main" id="{FE31099E-7C78-FD49-8B70-C430C6E88498}"/>
              </a:ext>
            </a:extLst>
          </p:cNvPr>
          <p:cNvSpPr>
            <a:spLocks noGrp="1"/>
          </p:cNvSpPr>
          <p:nvPr>
            <p:ph type="body" sz="quarter" idx="13" hasCustomPrompt="1"/>
          </p:nvPr>
        </p:nvSpPr>
        <p:spPr>
          <a:xfrm>
            <a:off x="6349518"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4" name="Contact Placeholder 5">
            <a:extLst>
              <a:ext uri="{FF2B5EF4-FFF2-40B4-BE49-F238E27FC236}">
                <a16:creationId xmlns:a16="http://schemas.microsoft.com/office/drawing/2014/main" id="{FDC69782-42C5-6744-9C8A-5DC8B5E55E0A}"/>
              </a:ext>
            </a:extLst>
          </p:cNvPr>
          <p:cNvSpPr>
            <a:spLocks noGrp="1"/>
          </p:cNvSpPr>
          <p:nvPr>
            <p:ph type="body" sz="quarter" idx="14" hasCustomPrompt="1"/>
          </p:nvPr>
        </p:nvSpPr>
        <p:spPr>
          <a:xfrm>
            <a:off x="8209992"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
        <p:nvSpPr>
          <p:cNvPr id="35" name="Contact Placeholder 6">
            <a:extLst>
              <a:ext uri="{FF2B5EF4-FFF2-40B4-BE49-F238E27FC236}">
                <a16:creationId xmlns:a16="http://schemas.microsoft.com/office/drawing/2014/main" id="{B9881CC6-F9FC-A846-9A5A-B01515D010FE}"/>
              </a:ext>
            </a:extLst>
          </p:cNvPr>
          <p:cNvSpPr>
            <a:spLocks noGrp="1"/>
          </p:cNvSpPr>
          <p:nvPr>
            <p:ph type="body" sz="quarter" idx="15" hasCustomPrompt="1"/>
          </p:nvPr>
        </p:nvSpPr>
        <p:spPr>
          <a:xfrm>
            <a:off x="10070465" y="4761361"/>
            <a:ext cx="1737360" cy="675827"/>
          </a:xfrm>
        </p:spPr>
        <p:txBody>
          <a:bodyPr/>
          <a:lstStyle>
            <a:lvl1pPr>
              <a:spcBef>
                <a:spcPts val="0"/>
              </a:spcBef>
              <a:spcAft>
                <a:spcPts val="300"/>
              </a:spcAft>
              <a:defRPr sz="1100"/>
            </a:lvl1pPr>
            <a:lvl2pPr>
              <a:spcBef>
                <a:spcPts val="0"/>
              </a:spcBef>
              <a:spcAft>
                <a:spcPts val="0"/>
              </a:spcAft>
              <a:defRPr sz="900"/>
            </a:lvl2pPr>
          </a:lstStyle>
          <a:p>
            <a:pPr lvl="0"/>
            <a:r>
              <a:rPr lang="en-US" dirty="0"/>
              <a:t>Name</a:t>
            </a:r>
          </a:p>
          <a:p>
            <a:pPr lvl="1"/>
            <a:r>
              <a:rPr lang="en-US" dirty="0"/>
              <a:t>Title</a:t>
            </a:r>
          </a:p>
          <a:p>
            <a:pPr lvl="1"/>
            <a:r>
              <a:rPr lang="en-US" dirty="0"/>
              <a:t>Tel</a:t>
            </a:r>
          </a:p>
          <a:p>
            <a:pPr lvl="1"/>
            <a:r>
              <a:rPr lang="en-US" dirty="0"/>
              <a:t>email</a:t>
            </a:r>
          </a:p>
        </p:txBody>
      </p:sp>
    </p:spTree>
    <p:extLst>
      <p:ext uri="{BB962C8B-B14F-4D97-AF65-F5344CB8AC3E}">
        <p14:creationId xmlns:p14="http://schemas.microsoft.com/office/powerpoint/2010/main" val="5576183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id" hidden="1">
            <a:extLst>
              <a:ext uri="{FF2B5EF4-FFF2-40B4-BE49-F238E27FC236}">
                <a16:creationId xmlns:a16="http://schemas.microsoft.com/office/drawing/2014/main" id="{5BC11278-2A89-4C0A-8011-1D067D74B726}"/>
              </a:ext>
            </a:extLst>
          </p:cNvPr>
          <p:cNvGrpSpPr/>
          <p:nvPr userDrawn="1"/>
        </p:nvGrpSpPr>
        <p:grpSpPr>
          <a:xfrm>
            <a:off x="0" y="0"/>
            <a:ext cx="12864211" cy="7009759"/>
            <a:chOff x="0" y="0"/>
            <a:chExt cx="12864211" cy="7009759"/>
          </a:xfrm>
        </p:grpSpPr>
        <p:sp>
          <p:nvSpPr>
            <p:cNvPr id="4" name="Rectangle 3">
              <a:extLst>
                <a:ext uri="{FF2B5EF4-FFF2-40B4-BE49-F238E27FC236}">
                  <a16:creationId xmlns:a16="http://schemas.microsoft.com/office/drawing/2014/main" id="{57E478CF-1E84-4F7A-A0DA-3E6EEFF1C993}"/>
                </a:ext>
              </a:extLst>
            </p:cNvPr>
            <p:cNvSpPr/>
            <p:nvPr userDrawn="1"/>
          </p:nvSpPr>
          <p:spPr>
            <a:xfrm>
              <a:off x="0" y="0"/>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4" name="Rectangle 23">
              <a:extLst>
                <a:ext uri="{FF2B5EF4-FFF2-40B4-BE49-F238E27FC236}">
                  <a16:creationId xmlns:a16="http://schemas.microsoft.com/office/drawing/2014/main" id="{9AEBEF7D-C52C-4463-9406-919D68C148C2}"/>
                </a:ext>
              </a:extLst>
            </p:cNvPr>
            <p:cNvSpPr/>
            <p:nvPr userDrawn="1"/>
          </p:nvSpPr>
          <p:spPr>
            <a:xfrm>
              <a:off x="0" y="77803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6" name="Rectangle 25">
              <a:extLst>
                <a:ext uri="{FF2B5EF4-FFF2-40B4-BE49-F238E27FC236}">
                  <a16:creationId xmlns:a16="http://schemas.microsoft.com/office/drawing/2014/main" id="{B941888A-0E2A-43E9-ABF8-EDBB68D8FAAA}"/>
                </a:ext>
              </a:extLst>
            </p:cNvPr>
            <p:cNvSpPr/>
            <p:nvPr userDrawn="1"/>
          </p:nvSpPr>
          <p:spPr>
            <a:xfrm>
              <a:off x="0" y="6473952"/>
              <a:ext cx="768096"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28" name="Rectangle 27">
              <a:extLst>
                <a:ext uri="{FF2B5EF4-FFF2-40B4-BE49-F238E27FC236}">
                  <a16:creationId xmlns:a16="http://schemas.microsoft.com/office/drawing/2014/main" id="{66599361-6B47-4AAA-B601-7F3550CD534A}"/>
                </a:ext>
              </a:extLst>
            </p:cNvPr>
            <p:cNvSpPr/>
            <p:nvPr userDrawn="1"/>
          </p:nvSpPr>
          <p:spPr>
            <a:xfrm>
              <a:off x="11807952" y="0"/>
              <a:ext cx="384048" cy="384048"/>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0" name="Rectangle 29">
              <a:extLst>
                <a:ext uri="{FF2B5EF4-FFF2-40B4-BE49-F238E27FC236}">
                  <a16:creationId xmlns:a16="http://schemas.microsoft.com/office/drawing/2014/main" id="{CDC21C18-A6E4-4F2E-B501-033F91B785E7}"/>
                </a:ext>
              </a:extLst>
            </p:cNvPr>
            <p:cNvSpPr/>
            <p:nvPr userDrawn="1"/>
          </p:nvSpPr>
          <p:spPr>
            <a:xfrm>
              <a:off x="0" y="5956144"/>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1" name="Rectangle 30">
              <a:extLst>
                <a:ext uri="{FF2B5EF4-FFF2-40B4-BE49-F238E27FC236}">
                  <a16:creationId xmlns:a16="http://schemas.microsoft.com/office/drawing/2014/main" id="{E4137BD9-6EA0-426F-A7C6-7C4512A9EA1E}"/>
                </a:ext>
              </a:extLst>
            </p:cNvPr>
            <p:cNvSpPr/>
            <p:nvPr userDrawn="1"/>
          </p:nvSpPr>
          <p:spPr>
            <a:xfrm>
              <a:off x="0" y="5438333"/>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2" name="Rectangle 31">
              <a:extLst>
                <a:ext uri="{FF2B5EF4-FFF2-40B4-BE49-F238E27FC236}">
                  <a16:creationId xmlns:a16="http://schemas.microsoft.com/office/drawing/2014/main" id="{F94E5D9E-583C-48CB-9A92-DF215C218856}"/>
                </a:ext>
              </a:extLst>
            </p:cNvPr>
            <p:cNvSpPr/>
            <p:nvPr userDrawn="1"/>
          </p:nvSpPr>
          <p:spPr>
            <a:xfrm>
              <a:off x="0" y="4920522"/>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3" name="Rectangle 32">
              <a:extLst>
                <a:ext uri="{FF2B5EF4-FFF2-40B4-BE49-F238E27FC236}">
                  <a16:creationId xmlns:a16="http://schemas.microsoft.com/office/drawing/2014/main" id="{A2FFEF67-BC8A-4444-9BF0-8DB7FA2CD97B}"/>
                </a:ext>
              </a:extLst>
            </p:cNvPr>
            <p:cNvSpPr/>
            <p:nvPr userDrawn="1"/>
          </p:nvSpPr>
          <p:spPr>
            <a:xfrm>
              <a:off x="0" y="4402711"/>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4" name="Rectangle 33">
              <a:extLst>
                <a:ext uri="{FF2B5EF4-FFF2-40B4-BE49-F238E27FC236}">
                  <a16:creationId xmlns:a16="http://schemas.microsoft.com/office/drawing/2014/main" id="{4098F805-B781-429A-BA94-67F423D71566}"/>
                </a:ext>
              </a:extLst>
            </p:cNvPr>
            <p:cNvSpPr/>
            <p:nvPr userDrawn="1"/>
          </p:nvSpPr>
          <p:spPr>
            <a:xfrm>
              <a:off x="0" y="3884900"/>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5" name="Rectangle 34">
              <a:extLst>
                <a:ext uri="{FF2B5EF4-FFF2-40B4-BE49-F238E27FC236}">
                  <a16:creationId xmlns:a16="http://schemas.microsoft.com/office/drawing/2014/main" id="{CB8B5202-3C91-408A-B9A2-341A75BD450B}"/>
                </a:ext>
              </a:extLst>
            </p:cNvPr>
            <p:cNvSpPr/>
            <p:nvPr userDrawn="1"/>
          </p:nvSpPr>
          <p:spPr>
            <a:xfrm>
              <a:off x="0" y="3367089"/>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6" name="Rectangle 35">
              <a:extLst>
                <a:ext uri="{FF2B5EF4-FFF2-40B4-BE49-F238E27FC236}">
                  <a16:creationId xmlns:a16="http://schemas.microsoft.com/office/drawing/2014/main" id="{0E5CB377-D9AB-4A6B-A517-0508424D5FC3}"/>
                </a:ext>
              </a:extLst>
            </p:cNvPr>
            <p:cNvSpPr/>
            <p:nvPr userDrawn="1"/>
          </p:nvSpPr>
          <p:spPr>
            <a:xfrm>
              <a:off x="0" y="2849278"/>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7" name="Rectangle 36">
              <a:extLst>
                <a:ext uri="{FF2B5EF4-FFF2-40B4-BE49-F238E27FC236}">
                  <a16:creationId xmlns:a16="http://schemas.microsoft.com/office/drawing/2014/main" id="{D8A5BB5D-E55C-4C85-B0E8-D7E72D779172}"/>
                </a:ext>
              </a:extLst>
            </p:cNvPr>
            <p:cNvSpPr/>
            <p:nvPr userDrawn="1"/>
          </p:nvSpPr>
          <p:spPr>
            <a:xfrm>
              <a:off x="0" y="2331467"/>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8" name="Rectangle 37">
              <a:extLst>
                <a:ext uri="{FF2B5EF4-FFF2-40B4-BE49-F238E27FC236}">
                  <a16:creationId xmlns:a16="http://schemas.microsoft.com/office/drawing/2014/main" id="{D59A2F2D-1AD8-4342-869F-28271BEDFE36}"/>
                </a:ext>
              </a:extLst>
            </p:cNvPr>
            <p:cNvSpPr/>
            <p:nvPr userDrawn="1"/>
          </p:nvSpPr>
          <p:spPr>
            <a:xfrm>
              <a:off x="0" y="1813656"/>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39" name="Rectangle 38">
              <a:extLst>
                <a:ext uri="{FF2B5EF4-FFF2-40B4-BE49-F238E27FC236}">
                  <a16:creationId xmlns:a16="http://schemas.microsoft.com/office/drawing/2014/main" id="{ECD05E55-544E-4D05-815F-47A0C34E3645}"/>
                </a:ext>
              </a:extLst>
            </p:cNvPr>
            <p:cNvSpPr/>
            <p:nvPr userDrawn="1"/>
          </p:nvSpPr>
          <p:spPr>
            <a:xfrm>
              <a:off x="0" y="1295845"/>
              <a:ext cx="768096"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0" name="Rectangle 39">
              <a:extLst>
                <a:ext uri="{FF2B5EF4-FFF2-40B4-BE49-F238E27FC236}">
                  <a16:creationId xmlns:a16="http://schemas.microsoft.com/office/drawing/2014/main" id="{A5D5C267-FE66-4E7A-BC3D-E41102FF9F2C}"/>
                </a:ext>
              </a:extLst>
            </p:cNvPr>
            <p:cNvSpPr/>
            <p:nvPr userDrawn="1"/>
          </p:nvSpPr>
          <p:spPr>
            <a:xfrm rot="5400000">
              <a:off x="4235388"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1" name="Rectangle 40">
              <a:extLst>
                <a:ext uri="{FF2B5EF4-FFF2-40B4-BE49-F238E27FC236}">
                  <a16:creationId xmlns:a16="http://schemas.microsoft.com/office/drawing/2014/main" id="{625166BE-FFE8-4C6E-9C2A-F145DE810CCC}"/>
                </a:ext>
              </a:extLst>
            </p:cNvPr>
            <p:cNvSpPr/>
            <p:nvPr userDrawn="1"/>
          </p:nvSpPr>
          <p:spPr>
            <a:xfrm rot="5400000">
              <a:off x="1444467"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2" name="Rectangle 41">
              <a:extLst>
                <a:ext uri="{FF2B5EF4-FFF2-40B4-BE49-F238E27FC236}">
                  <a16:creationId xmlns:a16="http://schemas.microsoft.com/office/drawing/2014/main" id="{4BAA4B15-8878-43C5-8729-20D808DD0B74}"/>
                </a:ext>
              </a:extLst>
            </p:cNvPr>
            <p:cNvSpPr/>
            <p:nvPr userDrawn="1"/>
          </p:nvSpPr>
          <p:spPr>
            <a:xfrm rot="5400000">
              <a:off x="5165695"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3" name="Rectangle 42">
              <a:extLst>
                <a:ext uri="{FF2B5EF4-FFF2-40B4-BE49-F238E27FC236}">
                  <a16:creationId xmlns:a16="http://schemas.microsoft.com/office/drawing/2014/main" id="{DD58D7E6-9975-4B5B-8DBA-05A49CDA68F4}"/>
                </a:ext>
              </a:extLst>
            </p:cNvPr>
            <p:cNvSpPr/>
            <p:nvPr userDrawn="1"/>
          </p:nvSpPr>
          <p:spPr>
            <a:xfrm rot="5400000">
              <a:off x="2374774"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4" name="Rectangle 43">
              <a:extLst>
                <a:ext uri="{FF2B5EF4-FFF2-40B4-BE49-F238E27FC236}">
                  <a16:creationId xmlns:a16="http://schemas.microsoft.com/office/drawing/2014/main" id="{B886EFF4-66CA-4317-8748-AE5330470C14}"/>
                </a:ext>
              </a:extLst>
            </p:cNvPr>
            <p:cNvSpPr/>
            <p:nvPr userDrawn="1"/>
          </p:nvSpPr>
          <p:spPr>
            <a:xfrm rot="5400000">
              <a:off x="3305081"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5" name="Rectangle 44">
              <a:extLst>
                <a:ext uri="{FF2B5EF4-FFF2-40B4-BE49-F238E27FC236}">
                  <a16:creationId xmlns:a16="http://schemas.microsoft.com/office/drawing/2014/main" id="{6464C605-1C14-4726-8273-B5240CB77977}"/>
                </a:ext>
              </a:extLst>
            </p:cNvPr>
            <p:cNvSpPr/>
            <p:nvPr userDrawn="1"/>
          </p:nvSpPr>
          <p:spPr>
            <a:xfrm rot="5400000">
              <a:off x="6096002"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6" name="Rectangle 45">
              <a:extLst>
                <a:ext uri="{FF2B5EF4-FFF2-40B4-BE49-F238E27FC236}">
                  <a16:creationId xmlns:a16="http://schemas.microsoft.com/office/drawing/2014/main" id="{958D3CAD-59A7-43F8-801E-20DBBCD51B42}"/>
                </a:ext>
              </a:extLst>
            </p:cNvPr>
            <p:cNvSpPr/>
            <p:nvPr userDrawn="1"/>
          </p:nvSpPr>
          <p:spPr>
            <a:xfrm rot="5400000">
              <a:off x="9817230"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48" name="Rectangle 47">
              <a:extLst>
                <a:ext uri="{FF2B5EF4-FFF2-40B4-BE49-F238E27FC236}">
                  <a16:creationId xmlns:a16="http://schemas.microsoft.com/office/drawing/2014/main" id="{F6CC5F01-0179-4702-9579-CE91070B340D}"/>
                </a:ext>
              </a:extLst>
            </p:cNvPr>
            <p:cNvSpPr/>
            <p:nvPr userDrawn="1"/>
          </p:nvSpPr>
          <p:spPr>
            <a:xfrm rot="5400000">
              <a:off x="7026309"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1" name="Rectangle 50">
              <a:extLst>
                <a:ext uri="{FF2B5EF4-FFF2-40B4-BE49-F238E27FC236}">
                  <a16:creationId xmlns:a16="http://schemas.microsoft.com/office/drawing/2014/main" id="{1AA37796-8FC6-4CDE-8316-55BD93EF8B01}"/>
                </a:ext>
              </a:extLst>
            </p:cNvPr>
            <p:cNvSpPr/>
            <p:nvPr userDrawn="1"/>
          </p:nvSpPr>
          <p:spPr>
            <a:xfrm rot="5400000">
              <a:off x="10747537" y="130113"/>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3" name="Rectangle 52">
              <a:extLst>
                <a:ext uri="{FF2B5EF4-FFF2-40B4-BE49-F238E27FC236}">
                  <a16:creationId xmlns:a16="http://schemas.microsoft.com/office/drawing/2014/main" id="{C64B2F61-704A-476C-8780-875648E4FA0D}"/>
                </a:ext>
              </a:extLst>
            </p:cNvPr>
            <p:cNvSpPr/>
            <p:nvPr userDrawn="1"/>
          </p:nvSpPr>
          <p:spPr>
            <a:xfrm rot="5400000">
              <a:off x="7956616" y="130112"/>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4" name="Rectangle 53">
              <a:extLst>
                <a:ext uri="{FF2B5EF4-FFF2-40B4-BE49-F238E27FC236}">
                  <a16:creationId xmlns:a16="http://schemas.microsoft.com/office/drawing/2014/main" id="{A81EDFB2-B12C-4FE9-B0DD-EBD3E0074A52}"/>
                </a:ext>
              </a:extLst>
            </p:cNvPr>
            <p:cNvSpPr/>
            <p:nvPr userDrawn="1"/>
          </p:nvSpPr>
          <p:spPr>
            <a:xfrm rot="5400000">
              <a:off x="8886923" y="130111"/>
              <a:ext cx="384048" cy="123825"/>
            </a:xfrm>
            <a:prstGeom prst="rect">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6" name="Rectangle 55">
              <a:extLst>
                <a:ext uri="{FF2B5EF4-FFF2-40B4-BE49-F238E27FC236}">
                  <a16:creationId xmlns:a16="http://schemas.microsoft.com/office/drawing/2014/main" id="{E39BC3A5-276A-4389-A457-C368C697A8B4}"/>
                </a:ext>
              </a:extLst>
            </p:cNvPr>
            <p:cNvSpPr/>
            <p:nvPr userDrawn="1"/>
          </p:nvSpPr>
          <p:spPr>
            <a:xfrm>
              <a:off x="0" y="260223"/>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58" name="Rectangle 57">
              <a:extLst>
                <a:ext uri="{FF2B5EF4-FFF2-40B4-BE49-F238E27FC236}">
                  <a16:creationId xmlns:a16="http://schemas.microsoft.com/office/drawing/2014/main" id="{A2CC0DB5-AE69-4CD3-A2E0-6C335231A0AD}"/>
                </a:ext>
              </a:extLst>
            </p:cNvPr>
            <p:cNvSpPr/>
            <p:nvPr userDrawn="1"/>
          </p:nvSpPr>
          <p:spPr>
            <a:xfrm>
              <a:off x="0" y="6473952"/>
              <a:ext cx="768096" cy="123825"/>
            </a:xfrm>
            <a:prstGeom prst="rect">
              <a:avLst/>
            </a:prstGeom>
            <a:solidFill>
              <a:srgbClr val="17E88F"/>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sp>
          <p:nvSpPr>
            <p:cNvPr id="63" name="Rectangle 62">
              <a:extLst>
                <a:ext uri="{FF2B5EF4-FFF2-40B4-BE49-F238E27FC236}">
                  <a16:creationId xmlns:a16="http://schemas.microsoft.com/office/drawing/2014/main" id="{2935EF41-15E1-4FD1-B248-F3B89168602C}"/>
                </a:ext>
              </a:extLst>
            </p:cNvPr>
            <p:cNvSpPr/>
            <p:nvPr userDrawn="1"/>
          </p:nvSpPr>
          <p:spPr>
            <a:xfrm flipH="1" flipV="1">
              <a:off x="12407011" y="6281924"/>
              <a:ext cx="457200" cy="727835"/>
            </a:xfrm>
            <a:prstGeom prst="rect">
              <a:avLst/>
            </a:prstGeom>
            <a:solidFill>
              <a:schemeClr val="tx2"/>
            </a:solidFill>
            <a:ln w="127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45720" tIns="0" rIns="45720" bIns="0" rtlCol="0" anchor="ctr"/>
            <a:lstStyle/>
            <a:p>
              <a:pPr algn="ctr">
                <a:spcAft>
                  <a:spcPts val="300"/>
                </a:spcAft>
              </a:pPr>
              <a:endParaRPr lang="en-US" dirty="0">
                <a:solidFill>
                  <a:schemeClr val="bg1"/>
                </a:solidFill>
              </a:endParaRPr>
            </a:p>
          </p:txBody>
        </p:sp>
        <p:cxnSp>
          <p:nvCxnSpPr>
            <p:cNvPr id="72" name="Straight Connector 71">
              <a:extLst>
                <a:ext uri="{FF2B5EF4-FFF2-40B4-BE49-F238E27FC236}">
                  <a16:creationId xmlns:a16="http://schemas.microsoft.com/office/drawing/2014/main" id="{03F14920-BB96-4143-BCCD-4D2C6CDAEDA6}"/>
                </a:ext>
              </a:extLst>
            </p:cNvPr>
            <p:cNvCxnSpPr>
              <a:cxnSpLocks/>
            </p:cNvCxnSpPr>
            <p:nvPr userDrawn="1"/>
          </p:nvCxnSpPr>
          <p:spPr>
            <a:xfrm>
              <a:off x="5795962" y="0"/>
              <a:ext cx="0" cy="685800"/>
            </a:xfrm>
            <a:prstGeom prst="line">
              <a:avLst/>
            </a:prstGeom>
          </p:spPr>
          <p:style>
            <a:lnRef idx="1">
              <a:schemeClr val="accent1"/>
            </a:lnRef>
            <a:fillRef idx="0">
              <a:schemeClr val="accent1"/>
            </a:fillRef>
            <a:effectRef idx="0">
              <a:schemeClr val="accent1"/>
            </a:effectRef>
            <a:fontRef idx="minor">
              <a:schemeClr val="tx1"/>
            </a:fontRef>
          </p:style>
        </p:cxnSp>
      </p:grpSp>
      <p:sp>
        <p:nvSpPr>
          <p:cNvPr id="7" name="Page Number">
            <a:extLst>
              <a:ext uri="{FF2B5EF4-FFF2-40B4-BE49-F238E27FC236}">
                <a16:creationId xmlns:a16="http://schemas.microsoft.com/office/drawing/2014/main" id="{E58E7509-6F56-4384-96C9-87A36BA2BC0F}"/>
              </a:ext>
            </a:extLst>
          </p:cNvPr>
          <p:cNvSpPr txBox="1"/>
          <p:nvPr userDrawn="1"/>
        </p:nvSpPr>
        <p:spPr>
          <a:xfrm>
            <a:off x="228600" y="6574822"/>
            <a:ext cx="252984" cy="182880"/>
          </a:xfrm>
          <a:prstGeom prst="rect">
            <a:avLst/>
          </a:prstGeom>
          <a:noFill/>
        </p:spPr>
        <p:txBody>
          <a:bodyPr wrap="square" lIns="0" tIns="0" rIns="0" bIns="0" anchor="t" anchorCtr="0">
            <a:noAutofit/>
          </a:bodyPr>
          <a:lstStyle/>
          <a:p>
            <a:pPr marL="0" algn="l" defTabSz="914400" rtl="0" eaLnBrk="1" latinLnBrk="0" hangingPunct="1"/>
            <a:fld id="{1C89B4D1-E1CE-4E79-B913-C04DDECCCBCD}" type="slidenum">
              <a:rPr lang="en-US" sz="800" b="0" kern="1200" cap="none" baseline="0" smtClean="0">
                <a:solidFill>
                  <a:schemeClr val="tx1"/>
                </a:solidFill>
                <a:latin typeface="Calibre Medium" panose="020B0603030202060203" pitchFamily="34" charset="0"/>
                <a:ea typeface="+mn-ea"/>
                <a:cs typeface="+mn-cs"/>
              </a:rPr>
              <a:pPr marL="0" algn="l" defTabSz="914400" rtl="0" eaLnBrk="1" latinLnBrk="0" hangingPunct="1"/>
              <a:t>‹#›</a:t>
            </a:fld>
            <a:endParaRPr lang="en-US" sz="800" b="0" kern="1200" cap="none" baseline="0" dirty="0">
              <a:solidFill>
                <a:schemeClr val="tx1"/>
              </a:solidFill>
              <a:latin typeface="Calibre Medium" panose="020B0603030202060203" pitchFamily="34" charset="0"/>
              <a:ea typeface="+mn-ea"/>
              <a:cs typeface="+mn-cs"/>
            </a:endParaRPr>
          </a:p>
        </p:txBody>
      </p:sp>
      <p:grpSp>
        <p:nvGrpSpPr>
          <p:cNvPr id="77" name="Footer">
            <a:extLst>
              <a:ext uri="{FF2B5EF4-FFF2-40B4-BE49-F238E27FC236}">
                <a16:creationId xmlns:a16="http://schemas.microsoft.com/office/drawing/2014/main" id="{794FC825-FCAD-4F8A-B30D-A425D5193B83}"/>
              </a:ext>
            </a:extLst>
          </p:cNvPr>
          <p:cNvGrpSpPr/>
          <p:nvPr userDrawn="1"/>
        </p:nvGrpSpPr>
        <p:grpSpPr>
          <a:xfrm>
            <a:off x="768096" y="6473825"/>
            <a:ext cx="11039729" cy="283877"/>
            <a:chOff x="762000" y="6473825"/>
            <a:chExt cx="11039729" cy="283877"/>
          </a:xfrm>
        </p:grpSpPr>
        <p:sp>
          <p:nvSpPr>
            <p:cNvPr id="6" name="CBRE Research">
              <a:extLst>
                <a:ext uri="{FF2B5EF4-FFF2-40B4-BE49-F238E27FC236}">
                  <a16:creationId xmlns:a16="http://schemas.microsoft.com/office/drawing/2014/main" id="{F635EDC6-6E44-4FEB-ADC2-DD75954004E7}"/>
                </a:ext>
              </a:extLst>
            </p:cNvPr>
            <p:cNvSpPr txBox="1"/>
            <p:nvPr userDrawn="1"/>
          </p:nvSpPr>
          <p:spPr>
            <a:xfrm>
              <a:off x="762000" y="6574822"/>
              <a:ext cx="3346956" cy="182880"/>
            </a:xfrm>
            <a:prstGeom prst="rect">
              <a:avLst/>
            </a:prstGeom>
            <a:noFill/>
          </p:spPr>
          <p:txBody>
            <a:bodyPr wrap="square" lIns="0" tIns="0" rIns="0" bIns="0" anchor="t" anchorCtr="0">
              <a:noAutofit/>
            </a:bodyPr>
            <a:lstStyle/>
            <a:p>
              <a:pPr marL="0" algn="l" defTabSz="914400" rtl="0" eaLnBrk="1" latinLnBrk="0" hangingPunct="1"/>
              <a:r>
                <a:rPr lang="en-US" sz="800" b="0" kern="1200" cap="none" baseline="0" dirty="0">
                  <a:solidFill>
                    <a:schemeClr val="tx1"/>
                  </a:solidFill>
                  <a:latin typeface="+mn-lt"/>
                  <a:ea typeface="+mn-ea"/>
                  <a:cs typeface="+mn-cs"/>
                </a:rPr>
                <a:t>CBRE RESEARCH</a:t>
              </a:r>
            </a:p>
          </p:txBody>
        </p:sp>
        <p:sp>
          <p:nvSpPr>
            <p:cNvPr id="47" name="slide_master_copyright_text">
              <a:extLst>
                <a:ext uri="{FF2B5EF4-FFF2-40B4-BE49-F238E27FC236}">
                  <a16:creationId xmlns:a16="http://schemas.microsoft.com/office/drawing/2014/main" id="{775877FA-47A7-074A-A59F-509C3A7E2AE0}"/>
                </a:ext>
              </a:extLst>
            </p:cNvPr>
            <p:cNvSpPr txBox="1">
              <a:spLocks/>
            </p:cNvSpPr>
            <p:nvPr userDrawn="1"/>
          </p:nvSpPr>
          <p:spPr>
            <a:xfrm>
              <a:off x="5197092" y="6574822"/>
              <a:ext cx="6604637" cy="182880"/>
            </a:xfrm>
            <a:prstGeom prst="rect">
              <a:avLst/>
            </a:prstGeom>
          </p:spPr>
          <p:txBody>
            <a:bodyPr vert="horz" wrap="square" lIns="0" tIns="0" rIns="0" bIns="0" rtlCol="0" anchor="t"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r"/>
              <a:r>
                <a:rPr lang="en-US" sz="900" b="0" kern="1200" cap="none" baseline="0" dirty="0">
                  <a:solidFill>
                    <a:schemeClr val="tx1"/>
                  </a:solidFill>
                  <a:latin typeface="Calibre Light" panose="020B0303030202060203" pitchFamily="34" charset="0"/>
                  <a:ea typeface="+mn-ea"/>
                  <a:cs typeface="+mn-cs"/>
                </a:rPr>
                <a:t>© 2024 CBRE, INC</a:t>
              </a:r>
              <a:r>
                <a:rPr lang="en-US" sz="900" spc="20" dirty="0">
                  <a:solidFill>
                    <a:srgbClr val="435154"/>
                  </a:solidFill>
                  <a:latin typeface="Calibre Light" panose="020B0303030202060203" pitchFamily="34" charset="0"/>
                </a:rPr>
                <a:t>.</a:t>
              </a:r>
            </a:p>
          </p:txBody>
        </p:sp>
        <p:cxnSp>
          <p:nvCxnSpPr>
            <p:cNvPr id="70" name="Footer Line">
              <a:extLst>
                <a:ext uri="{FF2B5EF4-FFF2-40B4-BE49-F238E27FC236}">
                  <a16:creationId xmlns:a16="http://schemas.microsoft.com/office/drawing/2014/main" id="{13F247F2-8644-430C-8581-A80E4A80498F}"/>
                </a:ext>
              </a:extLst>
            </p:cNvPr>
            <p:cNvCxnSpPr>
              <a:cxnSpLocks/>
            </p:cNvCxnSpPr>
            <p:nvPr userDrawn="1"/>
          </p:nvCxnSpPr>
          <p:spPr>
            <a:xfrm>
              <a:off x="762000" y="6473825"/>
              <a:ext cx="11039729" cy="127"/>
            </a:xfrm>
            <a:prstGeom prst="line">
              <a:avLst/>
            </a:prstGeom>
            <a:noFill/>
            <a:ln w="6350" cap="flat" cmpd="sng" algn="ctr">
              <a:solidFill>
                <a:schemeClr val="accent3"/>
              </a:solidFill>
              <a:prstDash val="solid"/>
              <a:miter lim="800000"/>
            </a:ln>
            <a:effectLst/>
          </p:spPr>
        </p:cxnSp>
      </p:grpSp>
      <p:grpSp>
        <p:nvGrpSpPr>
          <p:cNvPr id="76" name="Header">
            <a:extLst>
              <a:ext uri="{FF2B5EF4-FFF2-40B4-BE49-F238E27FC236}">
                <a16:creationId xmlns:a16="http://schemas.microsoft.com/office/drawing/2014/main" id="{0B5031F0-DD6A-481E-86DF-C1DF2F56DD57}"/>
              </a:ext>
            </a:extLst>
          </p:cNvPr>
          <p:cNvGrpSpPr/>
          <p:nvPr userDrawn="1"/>
        </p:nvGrpSpPr>
        <p:grpSpPr>
          <a:xfrm>
            <a:off x="768096" y="0"/>
            <a:ext cx="11039729" cy="381001"/>
            <a:chOff x="762000" y="0"/>
            <a:chExt cx="11039729" cy="381001"/>
          </a:xfrm>
        </p:grpSpPr>
        <p:cxnSp>
          <p:nvCxnSpPr>
            <p:cNvPr id="49" name="Header Line">
              <a:extLst>
                <a:ext uri="{FF2B5EF4-FFF2-40B4-BE49-F238E27FC236}">
                  <a16:creationId xmlns:a16="http://schemas.microsoft.com/office/drawing/2014/main" id="{EBE18448-C27C-3145-8EBB-DBCA94FDB076}"/>
                </a:ext>
              </a:extLst>
            </p:cNvPr>
            <p:cNvCxnSpPr>
              <a:cxnSpLocks/>
            </p:cNvCxnSpPr>
            <p:nvPr userDrawn="1"/>
          </p:nvCxnSpPr>
          <p:spPr>
            <a:xfrm flipV="1">
              <a:off x="762000" y="379414"/>
              <a:ext cx="11039729" cy="1587"/>
            </a:xfrm>
            <a:prstGeom prst="line">
              <a:avLst/>
            </a:prstGeom>
            <a:noFill/>
            <a:ln w="6350" cap="flat" cmpd="sng" algn="ctr">
              <a:solidFill>
                <a:schemeClr val="accent3"/>
              </a:solidFill>
              <a:prstDash val="solid"/>
              <a:miter lim="800000"/>
            </a:ln>
            <a:effectLst/>
          </p:spPr>
        </p:cxnSp>
        <p:sp>
          <p:nvSpPr>
            <p:cNvPr id="50" name="slide_master_market_sector_period_header_text">
              <a:extLst>
                <a:ext uri="{FF2B5EF4-FFF2-40B4-BE49-F238E27FC236}">
                  <a16:creationId xmlns:a16="http://schemas.microsoft.com/office/drawing/2014/main" id="{CF14C74D-458C-D14A-8042-4BC1C9306195}"/>
                </a:ext>
              </a:extLst>
            </p:cNvPr>
            <p:cNvSpPr txBox="1">
              <a:spLocks/>
            </p:cNvSpPr>
            <p:nvPr userDrawn="1"/>
          </p:nvSpPr>
          <p:spPr>
            <a:xfrm>
              <a:off x="766763" y="0"/>
              <a:ext cx="4527550" cy="276226"/>
            </a:xfrm>
            <a:prstGeom prst="rect">
              <a:avLst/>
            </a:prstGeom>
          </p:spPr>
          <p:txBody>
            <a:bodyPr vert="horz" wrap="square" lIns="0" tIns="0" rIns="0" bIns="0"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lgn="l"/>
              <a:r>
                <a:rPr lang="en-US" sz="900" dirty="0">
                  <a:solidFill>
                    <a:srgbClr val="435254"/>
                  </a:solidFill>
                  <a:latin typeface="Calibre Light" panose="020B0303030202060203" pitchFamily="34" charset="77"/>
                </a:rPr>
                <a:t>FIGURES | [MARKET] [SECTOR] | Q4 2024</a:t>
              </a:r>
            </a:p>
          </p:txBody>
        </p:sp>
      </p:grpSp>
      <p:sp>
        <p:nvSpPr>
          <p:cNvPr id="18" name="Content Placeholder 1">
            <a:extLst>
              <a:ext uri="{FF2B5EF4-FFF2-40B4-BE49-F238E27FC236}">
                <a16:creationId xmlns:a16="http://schemas.microsoft.com/office/drawing/2014/main" id="{2593EE55-8927-4040-B221-77F9998365E8}"/>
              </a:ext>
            </a:extLst>
          </p:cNvPr>
          <p:cNvSpPr>
            <a:spLocks noGrp="1"/>
          </p:cNvSpPr>
          <p:nvPr userDrawn="1">
            <p:ph type="body" idx="1"/>
          </p:nvPr>
        </p:nvSpPr>
        <p:spPr>
          <a:xfrm>
            <a:off x="768095" y="1936750"/>
            <a:ext cx="11039729" cy="4343587"/>
          </a:xfrm>
          <a:prstGeom prst="rect">
            <a:avLst/>
          </a:prstGeom>
        </p:spPr>
        <p:txBody>
          <a:bodyPr vert="horz" lIns="0" tIns="0" rIns="72000" bIns="0" rtlCol="0">
            <a:noAutofit/>
          </a:bodyPr>
          <a:lstStyle/>
          <a:p>
            <a:pPr lvl="0"/>
            <a:r>
              <a:rPr lang="en-US" dirty="0"/>
              <a:t>Heading (level 1)</a:t>
            </a:r>
          </a:p>
          <a:p>
            <a:pPr lvl="1"/>
            <a:r>
              <a:rPr lang="en-US" dirty="0"/>
              <a:t>Intro Text (level 2)</a:t>
            </a:r>
          </a:p>
          <a:p>
            <a:pPr lvl="2"/>
            <a:r>
              <a:rPr lang="en-US" dirty="0"/>
              <a:t>Subhead A (level 3)</a:t>
            </a:r>
          </a:p>
          <a:p>
            <a:pPr lvl="3"/>
            <a:r>
              <a:rPr lang="en-US" dirty="0"/>
              <a:t>Body Text (level 4)</a:t>
            </a:r>
          </a:p>
          <a:p>
            <a:pPr lvl="4"/>
            <a:r>
              <a:rPr lang="en-US" dirty="0"/>
              <a:t>Body Bullet (level 5)</a:t>
            </a:r>
          </a:p>
          <a:p>
            <a:pPr lvl="5"/>
            <a:r>
              <a:rPr lang="en-US" dirty="0"/>
              <a:t>Body Sub-bullet (level 6)</a:t>
            </a:r>
          </a:p>
          <a:p>
            <a:pPr lvl="6"/>
            <a:r>
              <a:rPr lang="en-US" dirty="0"/>
              <a:t>Subhead B (level 7)</a:t>
            </a:r>
          </a:p>
          <a:p>
            <a:pPr lvl="7"/>
            <a:r>
              <a:rPr lang="en-US" dirty="0"/>
              <a:t>Caption (level 8)</a:t>
            </a:r>
          </a:p>
          <a:p>
            <a:pPr lvl="8"/>
            <a:r>
              <a:rPr lang="en-US" dirty="0"/>
              <a:t>Caption copy (level 9)</a:t>
            </a:r>
          </a:p>
        </p:txBody>
      </p:sp>
      <p:sp>
        <p:nvSpPr>
          <p:cNvPr id="14" name="Title Placeholder 1">
            <a:extLst>
              <a:ext uri="{FF2B5EF4-FFF2-40B4-BE49-F238E27FC236}">
                <a16:creationId xmlns:a16="http://schemas.microsoft.com/office/drawing/2014/main" id="{A9727837-E2B5-42C2-9C90-3857161612D6}"/>
              </a:ext>
            </a:extLst>
          </p:cNvPr>
          <p:cNvSpPr>
            <a:spLocks noGrp="1"/>
          </p:cNvSpPr>
          <p:nvPr userDrawn="1">
            <p:ph type="title"/>
          </p:nvPr>
        </p:nvSpPr>
        <p:spPr>
          <a:xfrm>
            <a:off x="768096" y="1086196"/>
            <a:ext cx="11039727" cy="443346"/>
          </a:xfrm>
          <a:prstGeom prst="rect">
            <a:avLst/>
          </a:prstGeom>
        </p:spPr>
        <p:txBody>
          <a:bodyPr vert="horz" lIns="0" tIns="0" rIns="0" bIns="0" rtlCol="0" anchor="t" anchorCtr="0">
            <a:noAutofit/>
          </a:bodyPr>
          <a:lstStyle/>
          <a:p>
            <a:r>
              <a:rPr lang="en-US"/>
              <a:t>Click to edit Master title style</a:t>
            </a:r>
            <a:endParaRPr lang="en-US" dirty="0"/>
          </a:p>
        </p:txBody>
      </p:sp>
      <p:sp>
        <p:nvSpPr>
          <p:cNvPr id="55" name="Rectangle 54">
            <a:extLst>
              <a:ext uri="{FF2B5EF4-FFF2-40B4-BE49-F238E27FC236}">
                <a16:creationId xmlns:a16="http://schemas.microsoft.com/office/drawing/2014/main" id="{4BEB5654-C8D6-4568-8252-7B4D82FA962D}"/>
              </a:ext>
            </a:extLst>
          </p:cNvPr>
          <p:cNvSpPr/>
          <p:nvPr userDrawn="1"/>
        </p:nvSpPr>
        <p:spPr>
          <a:xfrm>
            <a:off x="-2336800" y="0"/>
            <a:ext cx="2032000" cy="836613"/>
          </a:xfrm>
          <a:prstGeom prst="rect">
            <a:avLst/>
          </a:prstGeom>
          <a:solidFill>
            <a:srgbClr val="AD2A2A"/>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91440" rIns="91440" bIns="91440" rtlCol="0" anchor="t" anchorCtr="0"/>
          <a:lstStyle/>
          <a:p>
            <a:pPr marL="0" marR="0" lvl="0" indent="0" algn="l" defTabSz="914400" eaLnBrk="1" fontAlgn="auto" latinLnBrk="0" hangingPunct="1">
              <a:lnSpc>
                <a:spcPct val="100000"/>
              </a:lnSpc>
              <a:spcBef>
                <a:spcPts val="0"/>
              </a:spcBef>
              <a:spcAft>
                <a:spcPts val="600"/>
              </a:spcAft>
              <a:buClrTx/>
              <a:buSzTx/>
              <a:buFontTx/>
              <a:buNone/>
              <a:tabLst/>
              <a:defRPr/>
            </a:pPr>
            <a:r>
              <a:rPr lang="en-US" sz="1000" dirty="0">
                <a:solidFill>
                  <a:schemeClr val="bg1"/>
                </a:solidFill>
                <a:latin typeface="+mn-lt"/>
              </a:rPr>
              <a:t>Update header text on master slide</a:t>
            </a:r>
            <a:endParaRPr lang="en-US" sz="1000" dirty="0">
              <a:solidFill>
                <a:schemeClr val="bg1"/>
              </a:solidFill>
              <a:latin typeface="Calibre" panose="020B0503030202060203" pitchFamily="34" charset="77"/>
            </a:endParaRPr>
          </a:p>
          <a:p>
            <a:pPr algn="l">
              <a:spcBef>
                <a:spcPts val="0"/>
              </a:spcBef>
              <a:spcAft>
                <a:spcPts val="600"/>
              </a:spcAft>
            </a:pPr>
            <a:r>
              <a:rPr lang="en-US" sz="1000" dirty="0">
                <a:solidFill>
                  <a:schemeClr val="bg1"/>
                </a:solidFill>
                <a:latin typeface="Calibre" panose="020B0503030202060203" pitchFamily="34" charset="77"/>
              </a:rPr>
              <a:t>Leave ‘</a:t>
            </a:r>
            <a:r>
              <a:rPr lang="en-US" sz="1000" b="1" dirty="0">
                <a:solidFill>
                  <a:schemeClr val="bg1"/>
                </a:solidFill>
                <a:latin typeface="Calibre Semibold" panose="020B0503030202060203" pitchFamily="34" charset="77"/>
              </a:rPr>
              <a:t>FIGURES</a:t>
            </a:r>
            <a:r>
              <a:rPr lang="en-US" sz="1000" dirty="0">
                <a:solidFill>
                  <a:schemeClr val="bg1"/>
                </a:solidFill>
                <a:latin typeface="Calibre" panose="020B0503030202060203" pitchFamily="34" charset="77"/>
              </a:rPr>
              <a:t>’ as-is;</a:t>
            </a:r>
            <a:br>
              <a:rPr lang="en-US" sz="1000" dirty="0">
                <a:solidFill>
                  <a:schemeClr val="bg1"/>
                </a:solidFill>
                <a:latin typeface="Calibre" panose="020B0503030202060203" pitchFamily="34" charset="77"/>
              </a:rPr>
            </a:br>
            <a:r>
              <a:rPr lang="en-US" sz="1000" dirty="0">
                <a:solidFill>
                  <a:schemeClr val="bg1"/>
                </a:solidFill>
                <a:latin typeface="Calibre" panose="020B0503030202060203" pitchFamily="34" charset="77"/>
              </a:rPr>
              <a:t>update ‘MARKET SECTOR’ and quarter accordingly.</a:t>
            </a:r>
            <a:endParaRPr lang="en-US" sz="1000" b="1" dirty="0">
              <a:solidFill>
                <a:schemeClr val="bg1"/>
              </a:solidFill>
              <a:latin typeface="Calibre Semibold" panose="020B0503030202060203" pitchFamily="34" charset="77"/>
            </a:endParaRPr>
          </a:p>
        </p:txBody>
      </p:sp>
      <p:grpSp>
        <p:nvGrpSpPr>
          <p:cNvPr id="2" name="Ruler">
            <a:extLst>
              <a:ext uri="{FF2B5EF4-FFF2-40B4-BE49-F238E27FC236}">
                <a16:creationId xmlns:a16="http://schemas.microsoft.com/office/drawing/2014/main" id="{0A9BED18-21D0-48C8-AD39-3174BA8377A0}"/>
              </a:ext>
            </a:extLst>
          </p:cNvPr>
          <p:cNvGrpSpPr/>
          <p:nvPr userDrawn="1"/>
        </p:nvGrpSpPr>
        <p:grpSpPr>
          <a:xfrm>
            <a:off x="0" y="-338328"/>
            <a:ext cx="12192000" cy="228600"/>
            <a:chOff x="0" y="-435626"/>
            <a:chExt cx="12192000" cy="228600"/>
          </a:xfrm>
        </p:grpSpPr>
        <p:sp>
          <p:nvSpPr>
            <p:cNvPr id="65" name="Ruler BG">
              <a:extLst>
                <a:ext uri="{FF2B5EF4-FFF2-40B4-BE49-F238E27FC236}">
                  <a16:creationId xmlns:a16="http://schemas.microsoft.com/office/drawing/2014/main" id="{9A2B7550-B65B-41E3-9D55-F88291F54637}"/>
                </a:ext>
              </a:extLst>
            </p:cNvPr>
            <p:cNvSpPr/>
            <p:nvPr userDrawn="1"/>
          </p:nvSpPr>
          <p:spPr>
            <a:xfrm>
              <a:off x="0" y="-435626"/>
              <a:ext cx="12192000" cy="228600"/>
            </a:xfrm>
            <a:prstGeom prst="rect">
              <a:avLst/>
            </a:prstGeom>
            <a:solidFill>
              <a:srgbClr val="FFFFFF">
                <a:alpha val="30000"/>
              </a:srgbClr>
            </a:solidFill>
            <a:ln w="25400" cap="flat" cmpd="sng" algn="ctr">
              <a:noFill/>
              <a:prstDash val="solid"/>
            </a:ln>
            <a:effectLst/>
          </p:spPr>
          <p:txBody>
            <a:bodyPr rtlCol="0" anchor="ctr"/>
            <a:lstStyle/>
            <a:p>
              <a:pPr marL="0" marR="0" lvl="0" indent="0" algn="ctr" defTabSz="871317" eaLnBrk="1" fontAlgn="auto" latinLnBrk="0" hangingPunct="1">
                <a:lnSpc>
                  <a:spcPct val="100000"/>
                </a:lnSpc>
                <a:spcBef>
                  <a:spcPts val="0"/>
                </a:spcBef>
                <a:spcAft>
                  <a:spcPts val="0"/>
                </a:spcAft>
                <a:buClrTx/>
                <a:buSzTx/>
                <a:buFontTx/>
                <a:buNone/>
                <a:tabLst/>
                <a:defRPr/>
              </a:pPr>
              <a:endParaRPr kumimoji="0" lang="en-US" sz="1715" b="0" i="0" u="none" strike="noStrike" kern="0" cap="none" spc="0" normalizeH="0" baseline="0" noProof="0" dirty="0">
                <a:ln>
                  <a:noFill/>
                </a:ln>
                <a:solidFill>
                  <a:prstClr val="white"/>
                </a:solidFill>
                <a:effectLst/>
                <a:uLnTx/>
                <a:uFillTx/>
                <a:latin typeface="Arial Narrow" panose="020B0606020202030204" pitchFamily="34" charset="0"/>
                <a:ea typeface="+mn-ea"/>
                <a:cs typeface="+mn-cs"/>
              </a:endParaRPr>
            </a:p>
          </p:txBody>
        </p:sp>
        <p:grpSp>
          <p:nvGrpSpPr>
            <p:cNvPr id="66" name="Group 65">
              <a:extLst>
                <a:ext uri="{FF2B5EF4-FFF2-40B4-BE49-F238E27FC236}">
                  <a16:creationId xmlns:a16="http://schemas.microsoft.com/office/drawing/2014/main" id="{038CBABB-D2D4-4538-BD6A-7ABFA0D15009}"/>
                </a:ext>
              </a:extLst>
            </p:cNvPr>
            <p:cNvGrpSpPr/>
            <p:nvPr userDrawn="1"/>
          </p:nvGrpSpPr>
          <p:grpSpPr>
            <a:xfrm>
              <a:off x="766762" y="-348758"/>
              <a:ext cx="11041190" cy="54864"/>
              <a:chOff x="766762" y="-240316"/>
              <a:chExt cx="11041190" cy="54864"/>
            </a:xfrm>
          </p:grpSpPr>
          <p:sp>
            <p:nvSpPr>
              <p:cNvPr id="67" name="Rectangle 66">
                <a:extLst>
                  <a:ext uri="{FF2B5EF4-FFF2-40B4-BE49-F238E27FC236}">
                    <a16:creationId xmlns:a16="http://schemas.microsoft.com/office/drawing/2014/main" id="{F4662A01-49A7-4E7C-B966-44866033CB5A}"/>
                  </a:ext>
                </a:extLst>
              </p:cNvPr>
              <p:cNvSpPr/>
              <p:nvPr userDrawn="1"/>
            </p:nvSpPr>
            <p:spPr>
              <a:xfrm>
                <a:off x="766762" y="-240316"/>
                <a:ext cx="5029200"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1 = 5.5” (13.97 cm)</a:t>
                </a:r>
              </a:p>
            </p:txBody>
          </p:sp>
          <p:sp>
            <p:nvSpPr>
              <p:cNvPr id="68" name="Rectangle 67">
                <a:extLst>
                  <a:ext uri="{FF2B5EF4-FFF2-40B4-BE49-F238E27FC236}">
                    <a16:creationId xmlns:a16="http://schemas.microsoft.com/office/drawing/2014/main" id="{C0AC1E7A-7C9D-4D58-877B-881CF6F90CEA}"/>
                  </a:ext>
                </a:extLst>
              </p:cNvPr>
              <p:cNvSpPr/>
              <p:nvPr userDrawn="1"/>
            </p:nvSpPr>
            <p:spPr>
              <a:xfrm>
                <a:off x="6348413" y="-240316"/>
                <a:ext cx="5459539" cy="54864"/>
              </a:xfrm>
              <a:prstGeom prst="rect">
                <a:avLst/>
              </a:prstGeom>
              <a:gradFill flip="none" rotWithShape="1">
                <a:gsLst>
                  <a:gs pos="0">
                    <a:srgbClr val="3E7CA6">
                      <a:alpha val="10000"/>
                    </a:srgbClr>
                  </a:gs>
                  <a:gs pos="50000">
                    <a:srgbClr val="3E7CA6">
                      <a:alpha val="20000"/>
                    </a:srgbClr>
                  </a:gs>
                </a:gsLst>
                <a:lin ang="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91440" tIns="0" rIns="91440" bIns="18288" rtlCol="0" anchor="ctr" anchorCtr="0"/>
              <a:lstStyle/>
              <a:p>
                <a:pPr lvl="0" algn="l">
                  <a:spcAft>
                    <a:spcPts val="300"/>
                  </a:spcAft>
                </a:pPr>
                <a:r>
                  <a:rPr lang="en-US" sz="1050" dirty="0">
                    <a:solidFill>
                      <a:srgbClr val="3E7CA6"/>
                    </a:solidFill>
                    <a:latin typeface="Calibre Medium" panose="020B0603030202060203" pitchFamily="34" charset="0"/>
                  </a:rPr>
                  <a:t>Column 2 = 5.97” (15.16 cm)</a:t>
                </a:r>
              </a:p>
            </p:txBody>
          </p:sp>
        </p:grpSp>
      </p:grpSp>
    </p:spTree>
    <p:extLst>
      <p:ext uri="{BB962C8B-B14F-4D97-AF65-F5344CB8AC3E}">
        <p14:creationId xmlns:p14="http://schemas.microsoft.com/office/powerpoint/2010/main" val="201101775"/>
      </p:ext>
    </p:extLst>
  </p:cSld>
  <p:clrMap bg1="lt1" tx1="dk1" bg2="lt2" tx2="dk2" accent1="accent1" accent2="accent2" accent3="accent3" accent4="accent4" accent5="accent5" accent6="accent6" hlink="hlink" folHlink="folHlink"/>
  <p:sldLayoutIdLst>
    <p:sldLayoutId id="2147484568" r:id="rId1"/>
    <p:sldLayoutId id="2147484569" r:id="rId2"/>
    <p:sldLayoutId id="2147484560" r:id="rId3"/>
    <p:sldLayoutId id="2147484572" r:id="rId4"/>
    <p:sldLayoutId id="2147484573" r:id="rId5"/>
    <p:sldLayoutId id="2147484567" r:id="rId6"/>
    <p:sldLayoutId id="2147484562" r:id="rId7"/>
    <p:sldLayoutId id="2147484566" r:id="rId8"/>
    <p:sldLayoutId id="2147484578" r:id="rId9"/>
  </p:sldLayoutIdLst>
  <p:hf hdr="0" dt="0"/>
  <p:txStyles>
    <p:titleStyle>
      <a:lvl1pPr eaLnBrk="1" hangingPunct="1">
        <a:lnSpc>
          <a:spcPct val="90000"/>
        </a:lnSpc>
        <a:defRPr sz="4400">
          <a:solidFill>
            <a:schemeClr val="tx1"/>
          </a:solidFill>
          <a:latin typeface="+mj-lt"/>
          <a:ea typeface="+mj-ea"/>
          <a:cs typeface="+mj-cs"/>
        </a:defRPr>
      </a:lvl1pPr>
    </p:titleStyle>
    <p:bodyStyle>
      <a:lvl1pPr marL="0" eaLnBrk="1" hangingPunct="1">
        <a:spcBef>
          <a:spcPts val="1200"/>
        </a:spcBef>
        <a:spcAft>
          <a:spcPts val="600"/>
        </a:spcAft>
        <a:defRPr sz="1600">
          <a:solidFill>
            <a:schemeClr val="tx1"/>
          </a:solidFill>
          <a:latin typeface="+mj-lt"/>
          <a:ea typeface="+mn-ea"/>
          <a:cs typeface="+mn-cs"/>
        </a:defRPr>
      </a:lvl1pPr>
      <a:lvl2pPr marL="0" indent="0" eaLnBrk="1" hangingPunct="1">
        <a:spcBef>
          <a:spcPts val="900"/>
        </a:spcBef>
        <a:spcAft>
          <a:spcPts val="0"/>
        </a:spcAft>
        <a:buClr>
          <a:srgbClr val="17E88F"/>
        </a:buClr>
        <a:buFontTx/>
        <a:buNone/>
        <a:defRPr sz="1600" b="0">
          <a:solidFill>
            <a:schemeClr val="tx1"/>
          </a:solidFill>
          <a:latin typeface="Calibre Light" panose="020B0303030202060203" pitchFamily="34" charset="0"/>
          <a:ea typeface="+mn-ea"/>
          <a:cs typeface="+mn-cs"/>
        </a:defRPr>
      </a:lvl2pPr>
      <a:lvl3pPr marL="0" indent="0" eaLnBrk="1" hangingPunct="1">
        <a:spcBef>
          <a:spcPts val="1200"/>
        </a:spcBef>
        <a:spcAft>
          <a:spcPts val="0"/>
        </a:spcAft>
        <a:defRPr sz="1200">
          <a:solidFill>
            <a:schemeClr val="accent6"/>
          </a:solidFill>
          <a:latin typeface="Calibre Medium" panose="020B0603030202060203" pitchFamily="34" charset="0"/>
          <a:ea typeface="+mn-ea"/>
          <a:cs typeface="+mn-cs"/>
        </a:defRPr>
      </a:lvl3pPr>
      <a:lvl4pPr marL="0" indent="0" eaLnBrk="1" hangingPunct="1">
        <a:spcBef>
          <a:spcPts val="600"/>
        </a:spcBef>
        <a:spcAft>
          <a:spcPts val="600"/>
        </a:spcAft>
        <a:buClrTx/>
        <a:buFont typeface="SwissReSansOTLight" panose="04000400000000000000" pitchFamily="82" charset="0"/>
        <a:buNone/>
        <a:defRPr sz="1050">
          <a:solidFill>
            <a:schemeClr val="tx1"/>
          </a:solidFill>
          <a:latin typeface="+mn-lt"/>
          <a:ea typeface="+mn-ea"/>
          <a:cs typeface="+mn-cs"/>
        </a:defRPr>
      </a:lvl4pPr>
      <a:lvl5pPr marL="171450" indent="-171450" eaLnBrk="1" hangingPunct="1">
        <a:spcBef>
          <a:spcPts val="300"/>
        </a:spcBef>
        <a:spcAft>
          <a:spcPts val="300"/>
        </a:spcAft>
        <a:buFont typeface="Arial" panose="020B0604020202020204" pitchFamily="34" charset="0"/>
        <a:buChar char="‒"/>
        <a:defRPr sz="1050" b="0">
          <a:solidFill>
            <a:schemeClr val="tx1"/>
          </a:solidFill>
          <a:latin typeface="+mn-lt"/>
          <a:ea typeface="+mn-ea"/>
          <a:cs typeface="+mn-cs"/>
        </a:defRPr>
      </a:lvl5pPr>
      <a:lvl6pPr marL="344488" indent="-171450" eaLnBrk="1" hangingPunct="1">
        <a:spcBef>
          <a:spcPts val="300"/>
        </a:spcBef>
        <a:spcAft>
          <a:spcPts val="300"/>
        </a:spcAft>
        <a:buClr>
          <a:schemeClr val="tx1"/>
        </a:buClr>
        <a:buFont typeface="Arial" panose="020B0604020202020204" pitchFamily="34" charset="0"/>
        <a:buChar char="‒"/>
        <a:tabLst/>
        <a:defRPr sz="1050" b="0" i="0">
          <a:solidFill>
            <a:schemeClr val="tx1"/>
          </a:solidFill>
          <a:latin typeface="+mn-lt"/>
          <a:ea typeface="+mn-ea"/>
          <a:cs typeface="+mn-cs"/>
        </a:defRPr>
      </a:lvl6pPr>
      <a:lvl7pPr marL="0" indent="0" eaLnBrk="1" hangingPunct="1">
        <a:spcBef>
          <a:spcPts val="1200"/>
        </a:spcBef>
        <a:defRPr sz="1100" cap="none" baseline="0">
          <a:solidFill>
            <a:schemeClr val="tx1"/>
          </a:solidFill>
          <a:latin typeface="+mn-lt"/>
          <a:ea typeface="+mn-ea"/>
          <a:cs typeface="+mn-cs"/>
        </a:defRPr>
      </a:lvl7pPr>
      <a:lvl8pPr marL="0" indent="0" eaLnBrk="1" hangingPunct="1">
        <a:spcBef>
          <a:spcPts val="900"/>
        </a:spcBef>
        <a:spcAft>
          <a:spcPts val="0"/>
        </a:spcAft>
        <a:defRPr sz="1000" b="0">
          <a:solidFill>
            <a:schemeClr val="tx1"/>
          </a:solidFill>
          <a:latin typeface="Calibre Semibold" panose="020B0703030202060203" pitchFamily="34" charset="0"/>
          <a:ea typeface="+mn-ea"/>
          <a:cs typeface="+mn-cs"/>
        </a:defRPr>
      </a:lvl8pPr>
      <a:lvl9pPr marL="0" indent="0" eaLnBrk="1" hangingPunct="1">
        <a:spcBef>
          <a:spcPts val="300"/>
        </a:spcBef>
        <a:spcAft>
          <a:spcPts val="0"/>
        </a:spcAft>
        <a:buFont typeface="SwissReSansOTLight" panose="04000400000000000000" pitchFamily="82" charset="0"/>
        <a:buNone/>
        <a:defRPr sz="900">
          <a:solidFill>
            <a:schemeClr val="tx1"/>
          </a:solidFill>
          <a:latin typeface="+mn-lt"/>
          <a:ea typeface="+mn-ea"/>
          <a:cs typeface="+mn-cs"/>
        </a:defRPr>
      </a:lvl9pPr>
    </p:bodyStyle>
    <p:otherStyle>
      <a:lvl1pPr marL="0" eaLnBrk="1" hangingPunct="1">
        <a:defRPr sz="1200" kern="1200">
          <a:latin typeface="+mn-lt"/>
          <a:ea typeface="+mn-ea"/>
          <a:cs typeface="+mn-cs"/>
        </a:defRPr>
      </a:lvl1pPr>
      <a:lvl2pPr marL="0" eaLnBrk="1" hangingPunct="1">
        <a:defRPr sz="1000" kern="1200">
          <a:latin typeface="+mn-lt"/>
          <a:ea typeface="+mn-ea"/>
          <a:cs typeface="+mn-cs"/>
        </a:defRPr>
      </a:lvl2pPr>
      <a:lvl3pPr marL="114300" indent="-114300" eaLnBrk="1" hangingPunct="1">
        <a:buFont typeface="+mn-lt" panose="04000400000000000000" pitchFamily="82" charset="0"/>
        <a:buChar char="–"/>
        <a:defRPr sz="1000" kern="1200">
          <a:latin typeface="+mn-lt"/>
          <a:ea typeface="+mn-ea"/>
          <a:cs typeface="+mn-cs"/>
        </a:defRPr>
      </a:lvl3pPr>
      <a:lvl4pPr marL="228600" indent="-114300" eaLnBrk="1" hangingPunct="1">
        <a:buFont typeface="+mn-lt" panose="04000400000000000000" pitchFamily="82" charset="0"/>
        <a:buChar char="–"/>
        <a:defRPr sz="1000" kern="1000">
          <a:latin typeface="+mn-lt"/>
          <a:ea typeface="+mn-ea"/>
          <a:cs typeface="+mn-cs"/>
        </a:defRPr>
      </a:lvl4pPr>
      <a:lvl5pPr marL="342900" indent="-114300" eaLnBrk="1" hangingPunct="1">
        <a:buFont typeface="+mn-lt" panose="04000400000000000000" pitchFamily="82" charset="0"/>
        <a:buChar char="–"/>
        <a:defRPr sz="900" kern="1000">
          <a:latin typeface="+mn-lt"/>
          <a:ea typeface="+mn-ea"/>
          <a:cs typeface="+mn-cs"/>
        </a:defRPr>
      </a:lvl5pPr>
      <a:lvl6pPr marL="0" eaLnBrk="1" hangingPunct="1">
        <a:defRPr sz="900" kern="900">
          <a:latin typeface="+mn-lt"/>
          <a:ea typeface="+mn-ea"/>
          <a:cs typeface="+mn-cs"/>
        </a:defRPr>
      </a:lvl6pPr>
      <a:lvl7pPr marL="0" eaLnBrk="1" hangingPunct="1">
        <a:defRPr sz="900" kern="900">
          <a:latin typeface="+mn-lt"/>
          <a:ea typeface="+mn-ea"/>
          <a:cs typeface="+mn-cs"/>
        </a:defRPr>
      </a:lvl7pPr>
      <a:lvl8pPr marL="0" eaLnBrk="1" hangingPunct="1">
        <a:defRPr sz="900" kern="900">
          <a:latin typeface="+mn-lt"/>
          <a:ea typeface="+mn-ea"/>
          <a:cs typeface="+mn-cs"/>
        </a:defRPr>
      </a:lvl8pPr>
      <a:lvl9pPr marL="0" eaLnBrk="1" hangingPunct="1">
        <a:defRPr sz="900" kern="900">
          <a:latin typeface="+mn-lt"/>
          <a:ea typeface="+mn-ea"/>
          <a:cs typeface="+mn-cs"/>
        </a:defRPr>
      </a:lvl9pPr>
    </p:otherStyle>
  </p:txStyles>
  <p:extLst>
    <p:ext uri="{27BBF7A9-308A-43DC-89C8-2F10F3537804}">
      <p15:sldGuideLst xmlns:p15="http://schemas.microsoft.com/office/powerpoint/2012/main">
        <p15:guide id="1" orient="horz" userDrawn="1">
          <p15:clr>
            <a:srgbClr val="F26B43"/>
          </p15:clr>
        </p15:guide>
        <p15:guide id="2" orient="horz" pos="241" userDrawn="1">
          <p15:clr>
            <a:srgbClr val="F26B43"/>
          </p15:clr>
        </p15:guide>
        <p15:guide id="3" userDrawn="1">
          <p15:clr>
            <a:srgbClr val="F26B43"/>
          </p15:clr>
        </p15:guide>
        <p15:guide id="4" pos="483" userDrawn="1">
          <p15:clr>
            <a:srgbClr val="F26B43"/>
          </p15:clr>
        </p15:guide>
        <p15:guide id="5" orient="horz" pos="490" userDrawn="1">
          <p15:clr>
            <a:srgbClr val="F26B43"/>
          </p15:clr>
        </p15:guide>
        <p15:guide id="6" orient="horz" pos="568" userDrawn="1">
          <p15:clr>
            <a:srgbClr val="F26B43"/>
          </p15:clr>
        </p15:guide>
        <p15:guide id="7" orient="horz" pos="4078" userDrawn="1">
          <p15:clr>
            <a:srgbClr val="F26B43"/>
          </p15:clr>
        </p15:guide>
        <p15:guide id="8" orient="horz" pos="4320" userDrawn="1">
          <p15:clr>
            <a:srgbClr val="F26B43"/>
          </p15:clr>
        </p15:guide>
        <p15:guide id="9" pos="7438" userDrawn="1">
          <p15:clr>
            <a:srgbClr val="F26B43"/>
          </p15:clr>
        </p15:guide>
        <p15:guide id="10" pos="7680" userDrawn="1">
          <p15:clr>
            <a:srgbClr val="F26B43"/>
          </p15:clr>
        </p15:guide>
        <p15:guide id="11" orient="horz" pos="3751" userDrawn="1">
          <p15:clr>
            <a:srgbClr val="F26B43"/>
          </p15:clr>
        </p15:guide>
        <p15:guide id="12" orient="horz" pos="3829" userDrawn="1">
          <p15:clr>
            <a:srgbClr val="F26B43"/>
          </p15:clr>
        </p15:guide>
        <p15:guide id="13" orient="horz" pos="3425" userDrawn="1">
          <p15:clr>
            <a:srgbClr val="F26B43"/>
          </p15:clr>
        </p15:guide>
        <p15:guide id="14" orient="horz" pos="3503" userDrawn="1">
          <p15:clr>
            <a:srgbClr val="F26B43"/>
          </p15:clr>
        </p15:guide>
        <p15:guide id="15" orient="horz" pos="3099" userDrawn="1">
          <p15:clr>
            <a:srgbClr val="F26B43"/>
          </p15:clr>
        </p15:guide>
        <p15:guide id="16" orient="horz" pos="3177" userDrawn="1">
          <p15:clr>
            <a:srgbClr val="F26B43"/>
          </p15:clr>
        </p15:guide>
        <p15:guide id="17" orient="horz" pos="2773" userDrawn="1">
          <p15:clr>
            <a:srgbClr val="F26B43"/>
          </p15:clr>
        </p15:guide>
        <p15:guide id="18" orient="horz" pos="2851" userDrawn="1">
          <p15:clr>
            <a:srgbClr val="F26B43"/>
          </p15:clr>
        </p15:guide>
        <p15:guide id="19" orient="horz" pos="2447" userDrawn="1">
          <p15:clr>
            <a:srgbClr val="F26B43"/>
          </p15:clr>
        </p15:guide>
        <p15:guide id="20" orient="horz" pos="2525" userDrawn="1">
          <p15:clr>
            <a:srgbClr val="F26B43"/>
          </p15:clr>
        </p15:guide>
        <p15:guide id="21" orient="horz" pos="2121" userDrawn="1">
          <p15:clr>
            <a:srgbClr val="F26B43"/>
          </p15:clr>
        </p15:guide>
        <p15:guide id="22" orient="horz" pos="2199" userDrawn="1">
          <p15:clr>
            <a:srgbClr val="F26B43"/>
          </p15:clr>
        </p15:guide>
        <p15:guide id="23" orient="horz" pos="1794" userDrawn="1">
          <p15:clr>
            <a:srgbClr val="F26B43"/>
          </p15:clr>
        </p15:guide>
        <p15:guide id="24" orient="horz" pos="1872" userDrawn="1">
          <p15:clr>
            <a:srgbClr val="F26B43"/>
          </p15:clr>
        </p15:guide>
        <p15:guide id="25" orient="horz" pos="1468" userDrawn="1">
          <p15:clr>
            <a:srgbClr val="F26B43"/>
          </p15:clr>
        </p15:guide>
        <p15:guide id="26" orient="horz" pos="1546" userDrawn="1">
          <p15:clr>
            <a:srgbClr val="F26B43"/>
          </p15:clr>
        </p15:guide>
        <p15:guide id="27" orient="horz" pos="1142" userDrawn="1">
          <p15:clr>
            <a:srgbClr val="F26B43"/>
          </p15:clr>
        </p15:guide>
        <p15:guide id="28" orient="horz" pos="1220" userDrawn="1">
          <p15:clr>
            <a:srgbClr val="F26B43"/>
          </p15:clr>
        </p15:guide>
        <p15:guide id="29" orient="horz" pos="816" userDrawn="1">
          <p15:clr>
            <a:srgbClr val="F26B43"/>
          </p15:clr>
        </p15:guide>
        <p15:guide id="30" orient="horz" pos="894" userDrawn="1">
          <p15:clr>
            <a:srgbClr val="F26B43"/>
          </p15:clr>
        </p15:guide>
        <p15:guide id="31" pos="2749" userDrawn="1">
          <p15:clr>
            <a:srgbClr val="F26B43"/>
          </p15:clr>
        </p15:guide>
        <p15:guide id="32" pos="2827" userDrawn="1">
          <p15:clr>
            <a:srgbClr val="F26B43"/>
          </p15:clr>
        </p15:guide>
        <p15:guide id="33" pos="991" userDrawn="1">
          <p15:clr>
            <a:srgbClr val="F26B43"/>
          </p15:clr>
        </p15:guide>
        <p15:guide id="34" pos="1069" userDrawn="1">
          <p15:clr>
            <a:srgbClr val="F26B43"/>
          </p15:clr>
        </p15:guide>
        <p15:guide id="35" pos="3335" userDrawn="1">
          <p15:clr>
            <a:srgbClr val="F26B43"/>
          </p15:clr>
        </p15:guide>
        <p15:guide id="36" pos="3413" userDrawn="1">
          <p15:clr>
            <a:srgbClr val="F26B43"/>
          </p15:clr>
        </p15:guide>
        <p15:guide id="37" pos="1584" userDrawn="1">
          <p15:clr>
            <a:srgbClr val="F26B43"/>
          </p15:clr>
        </p15:guide>
        <p15:guide id="38" pos="1655" userDrawn="1">
          <p15:clr>
            <a:srgbClr val="F26B43"/>
          </p15:clr>
        </p15:guide>
        <p15:guide id="39" pos="2163" userDrawn="1">
          <p15:clr>
            <a:srgbClr val="F26B43"/>
          </p15:clr>
        </p15:guide>
        <p15:guide id="40" pos="2241" userDrawn="1">
          <p15:clr>
            <a:srgbClr val="F26B43"/>
          </p15:clr>
        </p15:guide>
        <p15:guide id="41" pos="3921" userDrawn="1">
          <p15:clr>
            <a:srgbClr val="F26B43"/>
          </p15:clr>
        </p15:guide>
        <p15:guide id="42" pos="3999" userDrawn="1">
          <p15:clr>
            <a:srgbClr val="F26B43"/>
          </p15:clr>
        </p15:guide>
        <p15:guide id="43" pos="6266" userDrawn="1">
          <p15:clr>
            <a:srgbClr val="F26B43"/>
          </p15:clr>
        </p15:guide>
        <p15:guide id="44" pos="6344" userDrawn="1">
          <p15:clr>
            <a:srgbClr val="F26B43"/>
          </p15:clr>
        </p15:guide>
        <p15:guide id="45" pos="4507" userDrawn="1">
          <p15:clr>
            <a:srgbClr val="F26B43"/>
          </p15:clr>
        </p15:guide>
        <p15:guide id="46" pos="4585" userDrawn="1">
          <p15:clr>
            <a:srgbClr val="F26B43"/>
          </p15:clr>
        </p15:guide>
        <p15:guide id="47" pos="6852" userDrawn="1">
          <p15:clr>
            <a:srgbClr val="F26B43"/>
          </p15:clr>
        </p15:guide>
        <p15:guide id="48" pos="6930" userDrawn="1">
          <p15:clr>
            <a:srgbClr val="F26B43"/>
          </p15:clr>
        </p15:guide>
        <p15:guide id="49" pos="5088" userDrawn="1">
          <p15:clr>
            <a:srgbClr val="F26B43"/>
          </p15:clr>
        </p15:guide>
        <p15:guide id="50" pos="5172" userDrawn="1">
          <p15:clr>
            <a:srgbClr val="F26B43"/>
          </p15:clr>
        </p15:guide>
        <p15:guide id="51" pos="5680" userDrawn="1">
          <p15:clr>
            <a:srgbClr val="F26B43"/>
          </p15:clr>
        </p15:guide>
        <p15:guide id="52" pos="5758" userDrawn="1">
          <p15:clr>
            <a:srgbClr val="F26B43"/>
          </p15:clr>
        </p15:guide>
        <p15:guide id="53" orient="horz" pos="163" userDrawn="1">
          <p15:clr>
            <a:srgbClr val="F26B43"/>
          </p15:clr>
        </p15:guide>
        <p15:guide id="54" orient="horz" pos="4156" userDrawn="1">
          <p15:clr>
            <a:srgbClr val="F26B43"/>
          </p15:clr>
        </p15:guide>
        <p15:guide id="55" orient="horz" pos="3957" userDrawn="1">
          <p15:clr>
            <a:srgbClr val="FBAE40"/>
          </p15:clr>
        </p15:guide>
        <p15:guide id="56" pos="365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ustomXml" Target="../../customXml/item1.xml"/><Relationship Id="rId1" Type="http://schemas.openxmlformats.org/officeDocument/2006/relationships/customXml" Target="../../customXml/item10.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slide_6_table_1">
            <a:extLst>
              <a:ext uri="{FF2B5EF4-FFF2-40B4-BE49-F238E27FC236}">
                <a16:creationId xmlns:a16="http://schemas.microsoft.com/office/drawing/2014/main" id="{DB9D68E8-7DA7-57D9-D105-E940096B76D4}"/>
              </a:ext>
            </a:extLst>
          </p:cNvPr>
          <p:cNvGraphicFramePr>
            <a:graphicFrameLocks/>
          </p:cNvGraphicFramePr>
          <p:nvPr>
            <p:extLst>
              <p:ext uri="{D42A27DB-BD31-4B8C-83A1-F6EECF244321}">
                <p14:modId xmlns:p14="http://schemas.microsoft.com/office/powerpoint/2010/main" val="2438429888"/>
              </p:ext>
            </p:extLst>
          </p:nvPr>
        </p:nvGraphicFramePr>
        <p:xfrm>
          <a:off x="762000" y="838200"/>
          <a:ext cx="11049004" cy="593045"/>
        </p:xfrm>
        <a:graphic>
          <a:graphicData uri="http://schemas.openxmlformats.org/drawingml/2006/table">
            <a:tbl>
              <a:tblPr firstRow="1" bandRow="1">
                <a:tableStyleId>{5C22544A-7EE6-4342-B048-85BDC9FD1C3A}</a:tableStyleId>
              </a:tblPr>
              <a:tblGrid>
                <a:gridCol w="2705004">
                  <a:extLst>
                    <a:ext uri="{9D8B030D-6E8A-4147-A177-3AD203B41FA5}">
                      <a16:colId xmlns:a16="http://schemas.microsoft.com/office/drawing/2014/main" val="2965212600"/>
                    </a:ext>
                  </a:extLst>
                </a:gridCol>
                <a:gridCol w="834400">
                  <a:extLst>
                    <a:ext uri="{9D8B030D-6E8A-4147-A177-3AD203B41FA5}">
                      <a16:colId xmlns:a16="http://schemas.microsoft.com/office/drawing/2014/main" val="2595390030"/>
                    </a:ext>
                  </a:extLst>
                </a:gridCol>
                <a:gridCol w="834400">
                  <a:extLst>
                    <a:ext uri="{9D8B030D-6E8A-4147-A177-3AD203B41FA5}">
                      <a16:colId xmlns:a16="http://schemas.microsoft.com/office/drawing/2014/main" val="536879813"/>
                    </a:ext>
                  </a:extLst>
                </a:gridCol>
                <a:gridCol w="834400">
                  <a:extLst>
                    <a:ext uri="{9D8B030D-6E8A-4147-A177-3AD203B41FA5}">
                      <a16:colId xmlns:a16="http://schemas.microsoft.com/office/drawing/2014/main" val="3824013521"/>
                    </a:ext>
                  </a:extLst>
                </a:gridCol>
                <a:gridCol w="834400">
                  <a:extLst>
                    <a:ext uri="{9D8B030D-6E8A-4147-A177-3AD203B41FA5}">
                      <a16:colId xmlns:a16="http://schemas.microsoft.com/office/drawing/2014/main" val="1464754481"/>
                    </a:ext>
                  </a:extLst>
                </a:gridCol>
                <a:gridCol w="834400">
                  <a:extLst>
                    <a:ext uri="{9D8B030D-6E8A-4147-A177-3AD203B41FA5}">
                      <a16:colId xmlns:a16="http://schemas.microsoft.com/office/drawing/2014/main" val="413872167"/>
                    </a:ext>
                  </a:extLst>
                </a:gridCol>
                <a:gridCol w="834400">
                  <a:extLst>
                    <a:ext uri="{9D8B030D-6E8A-4147-A177-3AD203B41FA5}">
                      <a16:colId xmlns:a16="http://schemas.microsoft.com/office/drawing/2014/main" val="3300916877"/>
                    </a:ext>
                  </a:extLst>
                </a:gridCol>
                <a:gridCol w="834400">
                  <a:extLst>
                    <a:ext uri="{9D8B030D-6E8A-4147-A177-3AD203B41FA5}">
                      <a16:colId xmlns:a16="http://schemas.microsoft.com/office/drawing/2014/main" val="3350112570"/>
                    </a:ext>
                  </a:extLst>
                </a:gridCol>
                <a:gridCol w="834400">
                  <a:extLst>
                    <a:ext uri="{9D8B030D-6E8A-4147-A177-3AD203B41FA5}">
                      <a16:colId xmlns:a16="http://schemas.microsoft.com/office/drawing/2014/main" val="1045043610"/>
                    </a:ext>
                  </a:extLst>
                </a:gridCol>
                <a:gridCol w="834400">
                  <a:extLst>
                    <a:ext uri="{9D8B030D-6E8A-4147-A177-3AD203B41FA5}">
                      <a16:colId xmlns:a16="http://schemas.microsoft.com/office/drawing/2014/main" val="2020514293"/>
                    </a:ext>
                  </a:extLst>
                </a:gridCol>
                <a:gridCol w="834400">
                  <a:extLst>
                    <a:ext uri="{9D8B030D-6E8A-4147-A177-3AD203B41FA5}">
                      <a16:colId xmlns:a16="http://schemas.microsoft.com/office/drawing/2014/main" val="1961510482"/>
                    </a:ext>
                  </a:extLst>
                </a:gridCol>
              </a:tblGrid>
              <a:tr h="344567">
                <a:tc>
                  <a:txBody>
                    <a:bodyPr/>
                    <a:lstStyle/>
                    <a:p>
                      <a:endParaRPr lang="en-GB" sz="1100" dirty="0">
                        <a:solidFill>
                          <a:srgbClr val="012A2D"/>
                        </a:solidFill>
                        <a:latin typeface="+mn-lt"/>
                      </a:endParaRPr>
                    </a:p>
                  </a:txBody>
                  <a:tcPr marL="0" marR="0" marT="0" marB="0">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algn="ctr"/>
                      <a:r>
                        <a:rPr lang="en-GB" sz="800" b="0" i="0" dirty="0">
                          <a:solidFill>
                            <a:srgbClr val="012A2D"/>
                          </a:solidFill>
                          <a:latin typeface="Calibre" panose="020B0503030202060203" pitchFamily="34" charset="77"/>
                        </a:rPr>
                        <a:t>Net Rentable Area</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Vacancy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Total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Direct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Sublease Availability</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Avg. Net Direct Asking Rate</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Current Quarter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YTD Net Absorption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Deliveries</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dirty="0">
                          <a:ln>
                            <a:noFill/>
                          </a:ln>
                          <a:solidFill>
                            <a:srgbClr val="012A2D"/>
                          </a:solidFill>
                          <a:effectLst/>
                          <a:uLnTx/>
                          <a:uFillTx/>
                          <a:latin typeface="Calibre" panose="020B0503030202060203" pitchFamily="34" charset="77"/>
                          <a:ea typeface="+mn-ea"/>
                          <a:cs typeface="+mn-cs"/>
                        </a:rPr>
                        <a:t>Under Construction</a:t>
                      </a:r>
                    </a:p>
                  </a:txBody>
                  <a:tcPr marL="0" marR="0" marT="0" marB="36000" anchor="b">
                    <a:lnL w="12700" cmpd="sng">
                      <a:noFill/>
                    </a:lnL>
                    <a:lnR w="12700" cmpd="sng">
                      <a:noFill/>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80BBAD"/>
                    </a:solidFill>
                  </a:tcPr>
                </a:tc>
                <a:extLst>
                  <a:ext uri="{0D108BD9-81ED-4DB2-BD59-A6C34878D82A}">
                    <a16:rowId xmlns:a16="http://schemas.microsoft.com/office/drawing/2014/main" val="1855833506"/>
                  </a:ext>
                </a:extLst>
              </a:tr>
              <a:tr h="248478">
                <a:tc>
                  <a:txBody>
                    <a:bodyPr/>
                    <a:lstStyle/>
                    <a:p>
                      <a:r>
                        <a:rPr lang="en-GB" sz="900" dirty="0">
                          <a:solidFill>
                            <a:srgbClr val="435254"/>
                          </a:solidFill>
                          <a:latin typeface="+mn-lt"/>
                        </a:rPr>
                        <a:t>[SUBMARKET]</a:t>
                      </a:r>
                    </a:p>
                  </a:txBody>
                  <a:tcPr marL="3600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GB" sz="900" dirty="0">
                          <a:solidFill>
                            <a:srgbClr val="435254"/>
                          </a:solidFill>
                          <a:latin typeface="+mn-lt"/>
                        </a:rPr>
                        <a:t>100</a:t>
                      </a:r>
                    </a:p>
                  </a:txBody>
                  <a:tcPr marL="0" marR="0" marT="0" marB="0" anchor="ctr">
                    <a:lnL w="12700" cmpd="sng">
                      <a:noFill/>
                    </a:lnL>
                    <a:lnR w="12700" cmpd="sng">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1690213"/>
                  </a:ext>
                </a:extLst>
              </a:tr>
            </a:tbl>
          </a:graphicData>
        </a:graphic>
      </p:graphicFrame>
      <p:sp>
        <p:nvSpPr>
          <p:cNvPr id="9" name="slide_6_table_1_title_text">
            <a:extLst>
              <a:ext uri="{FF2B5EF4-FFF2-40B4-BE49-F238E27FC236}">
                <a16:creationId xmlns:a16="http://schemas.microsoft.com/office/drawing/2014/main" id="{AB381DD1-D1B7-6F2C-D625-09EB50649ADC}"/>
              </a:ext>
            </a:extLst>
          </p:cNvPr>
          <p:cNvSpPr>
            <a:spLocks noGrp="1"/>
          </p:cNvSpPr>
          <p:nvPr>
            <p:ph sz="quarter" idx="11"/>
          </p:nvPr>
        </p:nvSpPr>
        <p:spPr>
          <a:xfrm>
            <a:off x="762000" y="533400"/>
            <a:ext cx="5029200" cy="304800"/>
          </a:xfrm>
        </p:spPr>
        <p:txBody>
          <a:bodyPr/>
          <a:lstStyle/>
          <a:p>
            <a:r>
              <a:rPr lang="en-US" dirty="0"/>
              <a:t>Market Statistics by Submarket</a:t>
            </a:r>
          </a:p>
        </p:txBody>
      </p:sp>
    </p:spTree>
    <p:custDataLst>
      <p:custData r:id="rId1"/>
      <p:custData r:id="rId2"/>
    </p:custDataLst>
    <p:extLst>
      <p:ext uri="{BB962C8B-B14F-4D97-AF65-F5344CB8AC3E}">
        <p14:creationId xmlns:p14="http://schemas.microsoft.com/office/powerpoint/2010/main" val="4113535129"/>
      </p:ext>
    </p:extLst>
  </p:cSld>
  <p:clrMapOvr>
    <a:masterClrMapping/>
  </p:clrMapOvr>
</p:sld>
</file>

<file path=ppt/theme/theme1.xml><?xml version="1.0" encoding="utf-8"?>
<a:theme xmlns:a="http://schemas.openxmlformats.org/drawingml/2006/main" name="Figures Master - 20210903">
  <a:themeElements>
    <a:clrScheme name="CBRE Emerald">
      <a:dk1>
        <a:srgbClr val="435254"/>
      </a:dk1>
      <a:lt1>
        <a:srgbClr val="FFFFFF"/>
      </a:lt1>
      <a:dk2>
        <a:srgbClr val="DBD99A"/>
      </a:dk2>
      <a:lt2>
        <a:srgbClr val="80BBAD"/>
      </a:lt2>
      <a:accent1>
        <a:srgbClr val="1F3765"/>
      </a:accent1>
      <a:accent2>
        <a:srgbClr val="3E7CA6"/>
      </a:accent2>
      <a:accent3>
        <a:srgbClr val="CAD1D3"/>
      </a:accent3>
      <a:accent4>
        <a:srgbClr val="96B3B6"/>
      </a:accent4>
      <a:accent5>
        <a:srgbClr val="7F8481"/>
      </a:accent5>
      <a:accent6>
        <a:srgbClr val="003F2D"/>
      </a:accent6>
      <a:hlink>
        <a:srgbClr val="80BBAD"/>
      </a:hlink>
      <a:folHlink>
        <a:srgbClr val="D1D1D3"/>
      </a:folHlink>
    </a:clrScheme>
    <a:fontScheme name="CBRE">
      <a:majorFont>
        <a:latin typeface="Financier Display"/>
        <a:ea typeface=""/>
        <a:cs typeface=""/>
      </a:majorFont>
      <a:minorFont>
        <a:latin typeface="Calibr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w="12700">
          <a:noFill/>
        </a:ln>
      </a:spPr>
      <a:bodyPr lIns="45720" tIns="0" rIns="45720" bIns="0" rtlCol="0" anchor="ctr"/>
      <a:lstStyle>
        <a:defPPr algn="ctr">
          <a:spcAft>
            <a:spcPts val="300"/>
          </a:spcAft>
          <a:defRPr dirty="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noAutofit/>
      </a:bodyPr>
      <a:lstStyle>
        <a:defPPr algn="l">
          <a:defRPr dirty="0" smtClean="0"/>
        </a:defPPr>
      </a:lstStyle>
    </a:txDef>
  </a:objectDefaults>
  <a:extraClrSchemeLst/>
  <a:custClrLst>
    <a:custClr name="Celadon (Data Viz 1)">
      <a:srgbClr val="80BBAD"/>
    </a:custClr>
    <a:custClr name="Dark Grey (Data Viz 2)">
      <a:srgbClr val="435254"/>
    </a:custClr>
    <a:custClr name="Accent Green (Data Viz 3)">
      <a:srgbClr val="17E88F"/>
    </a:custClr>
    <a:custClr name="Wheat (Data Viz 4)">
      <a:srgbClr val="DBD99A"/>
    </a:custClr>
    <a:custClr name="Data Orange (Data Viz 5)">
      <a:srgbClr val="D2785A"/>
    </a:custClr>
    <a:custClr name="Data Purple (Data Viz 6)">
      <a:srgbClr val="885073"/>
    </a:custClr>
    <a:custClr name="Data Lt. Purple (Data Viz 7)">
      <a:srgbClr val="A388BF"/>
    </a:custClr>
    <a:custClr name="Data Blue (Data Viz 8)">
      <a:srgbClr val="1F3765"/>
    </a:custClr>
    <a:custClr name="Data Lt. Blue (Data Viz 9)">
      <a:srgbClr val="3E7CA6"/>
    </a:custClr>
    <a:custClr name="Light Grey (Data Viz 10)">
      <a:srgbClr val="CAD1D3"/>
    </a:custClr>
    <a:custClr name="Negative Value Red">
      <a:srgbClr val="AD2A2A"/>
    </a:custClr>
    <a:custClr name="DataViz Background (20% Lt. Grey)">
      <a:srgbClr val="F6F6F6"/>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 ">
      <a:srgbClr val="FFFFFF"/>
    </a:custClr>
    <a:custClr name="Primary Green (Primary)">
      <a:srgbClr val="003F2D"/>
    </a:custClr>
    <a:custClr name="Accent Green (Primary)">
      <a:srgbClr val="17E88F"/>
    </a:custClr>
    <a:custClr name="Dark Green (Primary)">
      <a:srgbClr val="012A2D"/>
    </a:custClr>
    <a:custClr name="Dark Grey (Primary)">
      <a:srgbClr val="435254"/>
    </a:custClr>
    <a:custClr name="Light Grey (Primary)">
      <a:srgbClr val="CAD1D3"/>
    </a:custClr>
    <a:custClr name="Midnight (Secondary)">
      <a:srgbClr val="032842"/>
    </a:custClr>
    <a:custClr name="Sage (Secondary)">
      <a:srgbClr val="538184"/>
    </a:custClr>
    <a:custClr name="Celadon (Secondary)">
      <a:srgbClr val="80BBAD"/>
    </a:custClr>
    <a:custClr name="Wheat (Secondary)">
      <a:srgbClr val="DBD99A"/>
    </a:custClr>
    <a:custClr name="Cement (Secondary)">
      <a:srgbClr val="7F8480"/>
    </a:custClr>
    <a:custClr name=" ">
      <a:srgbClr val="FFFFFF"/>
    </a:custClr>
    <a:custClr name=" ">
      <a:srgbClr val="FFFFFF"/>
    </a:custClr>
    <a:custClr name=" ">
      <a:srgbClr val="FFFFFF"/>
    </a:custClr>
    <a:custClr name=" ">
      <a:srgbClr val="FFFFFF"/>
    </a:custClr>
    <a:custClr name=" ">
      <a:srgbClr val="FFFFFF"/>
    </a:custClr>
    <a:custClr name="Midnight Tint (Secondary)">
      <a:srgbClr val="778F9C"/>
    </a:custClr>
    <a:custClr name="Sage Tint (Secondary)">
      <a:srgbClr val="96B3B6"/>
    </a:custClr>
    <a:custClr name="Celadon Tint (Secondary)">
      <a:srgbClr val="C0D4CB"/>
    </a:custClr>
    <a:custClr name="Wheat Tint (Secondary)">
      <a:srgbClr val="EFECD2"/>
    </a:custClr>
    <a:custClr name="Cement Tint (Secondary)">
      <a:srgbClr val="CBCDCB"/>
    </a:custClr>
  </a:custClrLst>
  <a:extLst>
    <a:ext uri="{05A4C25C-085E-4340-85A3-A5531E510DB2}">
      <thm15:themeFamily xmlns:thm15="http://schemas.microsoft.com/office/thememl/2012/main" name="Presentation16" id="{5E05FAC9-D1E2-0E43-9A19-62F0E057630C}" vid="{1E3FD72A-64C4-E14A-BE5D-557E4FB2F5D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TemplateConfiguration><![CDATA[{"slideVersion":1,"isValidatorEnabled":false,"isLocked":false,"elementsMetadata":[],"slideId":"637710428586826192","enableDocumentContentUpdater":false,"version":"2.0"}]]></TemplafySlideTemplateConfiguration>
</file>

<file path=customXml/item4.xml><?xml version="1.0" encoding="utf-8"?>
<TemplafyFormConfiguration><![CDATA[{"formFields":[],"formDataEntries":[]}]]></TemplafyFormConfiguration>
</file>

<file path=customXml/item5.xml><?xml version="1.0" encoding="utf-8"?>
<TemplafySlideTemplateConfiguration><![CDATA[{"slideVersion":1,"isValidatorEnabled":false,"isLocked":false,"elementsMetadata":[],"slideId":"637710428586907651","enableDocumentContentUpdater":false,"version":"2.0"}]]></TemplafySlideTemplateConfiguration>
</file>

<file path=customXml/item6.xml><?xml version="1.0" encoding="utf-8"?>
<TemplafySlideTemplateConfiguration><![CDATA[{"slideVersion":1,"isValidatorEnabled":false,"isLocked":false,"elementsMetadata":[],"slideId":"637710428586907651","enableDocumentContentUpdater":false,"version":"2.0"}]]></TemplafySlideTemplateConfiguration>
</file>

<file path=customXml/item7.xml><?xml version="1.0" encoding="utf-8"?>
<TemplafySlideFormConfiguration><![CDATA[{"formFields":[],"formDataEntries":[]}]]></TemplafySlideFormConfiguration>
</file>

<file path=customXml/item8.xml><?xml version="1.0" encoding="utf-8"?>
<TemplafySlideTemplateConfiguration><![CDATA[{"slideVersion":1,"isValidatorEnabled":false,"isLocked":false,"elementsMetadata":[],"slideId":"637710428586587329","enableDocumentContentUpdater":false,"version":"2.0"}]]></TemplafySlideTemplateConfiguration>
</file>

<file path=customXml/item9.xml><?xml version="1.0" encoding="utf-8"?>
<TemplafySlideTemplateConfiguration><![CDATA[{"slideVersion":1,"isValidatorEnabled":false,"isLocked":false,"elementsMetadata":[],"slideId":"637710428586918441","enableDocumentContentUpdater":false,"version":"2.0"}]]></TemplafySlideTemplateConfiguration>
</file>

<file path=customXml/item10.xml><?xml version="1.0" encoding="utf-8"?>
<TemplafySlideTemplateConfiguration><![CDATA[{"slideVersion":1,"isValidatorEnabled":false,"isLocked":false,"elementsMetadata":[],"slideId":"637710428586918441","enableDocumentContentUpdater":false,"version":"2.0"}]]></TemplafySlideTemplateConfiguration>
</file>

<file path=customXml/item11.xml><?xml version="1.0" encoding="utf-8"?>
<ct:contentTypeSchema xmlns:ct="http://schemas.microsoft.com/office/2006/metadata/contentType" xmlns:ma="http://schemas.microsoft.com/office/2006/metadata/properties/metaAttributes" ct:_="" ma:_="" ma:contentTypeName="Document" ma:contentTypeID="0x0101002995B965FFEAA342A21A399655DD643E" ma:contentTypeVersion="13" ma:contentTypeDescription="Create a new document." ma:contentTypeScope="" ma:versionID="4fedc0f6ef78ad638a6b5a0849e7a18f">
  <xsd:schema xmlns:xsd="http://www.w3.org/2001/XMLSchema" xmlns:xs="http://www.w3.org/2001/XMLSchema" xmlns:p="http://schemas.microsoft.com/office/2006/metadata/properties" xmlns:ns2="37f34b39-ae9a-42c3-aa23-9e04d25d7d68" xmlns:ns3="65f63ffe-09f2-48f2-a153-3382f1b870a7" targetNamespace="http://schemas.microsoft.com/office/2006/metadata/properties" ma:root="true" ma:fieldsID="01388ec4b89c4805cbc088a841c7f853" ns2:_="" ns3:_="">
    <xsd:import namespace="37f34b39-ae9a-42c3-aa23-9e04d25d7d68"/>
    <xsd:import namespace="65f63ffe-09f2-48f2-a153-3382f1b870a7"/>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ServiceGenerationTime" minOccurs="0"/>
                <xsd:element ref="ns2:MediaServiceEventHashCode"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f34b39-ae9a-42c3-aa23-9e04d25d7d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5f63ffe-09f2-48f2-a153-3382f1b870a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FormConfiguration><![CDATA[{"formFields":[],"formDataEntries":[]}]]></TemplafySlideFormConfiguration>
</file>

<file path=customXml/item13.xml><?xml version="1.0" encoding="utf-8"?>
<TemplafyTemplateConfiguration><![CDATA[{"elementsMetadata":[],"transformationConfigurations":[],"templateName":"Figures Research","templateDescription":"Regularly recurring market reports with key takeaways by geography, industry, sector and area of focus","enableDocumentContentUpdater":false,"version":"2.0"}]]></TemplafyTemplateConfiguration>
</file>

<file path=customXml/item14.xml><?xml version="1.0" encoding="utf-8"?>
<?mso-contentType ?>
<FormTemplates xmlns="http://schemas.microsoft.com/sharepoint/v3/contenttype/forms">
  <Display>DocumentLibraryForm</Display>
  <Edit>DocumentLibraryForm</Edit>
  <New>DocumentLibraryForm</New>
</FormTemplates>
</file>

<file path=customXml/item15.xml><?xml version="1.0" encoding="utf-8"?>
<TemplafySlideTemplateConfiguration><![CDATA[{"slideVersion":1,"isValidatorEnabled":false,"isLocked":false,"elementsMetadata":[],"slideId":"637710428586950120","enableDocumentContentUpdater":false,"version":"2.0"}]]></TemplafySlideTemplateConfiguration>
</file>

<file path=customXml/item16.xml><?xml version="1.0" encoding="utf-8"?>
<p:properties xmlns:p="http://schemas.microsoft.com/office/2006/metadata/properties" xmlns:xsi="http://www.w3.org/2001/XMLSchema-instance" xmlns:pc="http://schemas.microsoft.com/office/infopath/2007/PartnerControls">
  <documentManagement/>
</p:properties>
</file>

<file path=customXml/item17.xml><?xml version="1.0" encoding="utf-8"?>
<TemplafySlideFormConfiguration><![CDATA[{"formFields":[],"formDataEntries":[]}]]></TemplafySlideFormConfiguration>
</file>

<file path=customXml/item18.xml><?xml version="1.0" encoding="utf-8"?>
<TemplafySlideFormConfiguration><![CDATA[{"formFields":[],"formDataEntries":[]}]]></TemplafySlideFormConfiguration>
</file>

<file path=customXml/item19.xml><?xml version="1.0" encoding="utf-8"?>
<TemplafySlideFormConfiguration><![CDATA[{"formFields":[],"formDataEntries":[]}]]></TemplafySlideFormConfiguration>
</file>

<file path=customXml/itemProps1.xml><?xml version="1.0" encoding="utf-8"?>
<ds:datastoreItem xmlns:ds="http://schemas.openxmlformats.org/officeDocument/2006/customXml" ds:itemID="{A14E0F04-3979-4601-89E8-96C855458B98}">
  <ds:schemaRefs/>
</ds:datastoreItem>
</file>

<file path=customXml/itemProps2.xml><?xml version="1.0" encoding="utf-8"?>
<ds:datastoreItem xmlns:ds="http://schemas.openxmlformats.org/officeDocument/2006/customXml" ds:itemID="{031086C7-8170-414F-98F8-9D08D0482FA3}">
  <ds:schemaRefs/>
</ds:datastoreItem>
</file>

<file path=customXml/itemProps3.xml><?xml version="1.0" encoding="utf-8"?>
<ds:datastoreItem xmlns:ds="http://schemas.openxmlformats.org/officeDocument/2006/customXml" ds:itemID="{5FFA546B-4BB0-4D9B-BD46-A26F0FF5BA05}">
  <ds:schemaRefs/>
</ds:datastoreItem>
</file>

<file path=customXml/itemProps4.xml><?xml version="1.0" encoding="utf-8"?>
<ds:datastoreItem xmlns:ds="http://schemas.openxmlformats.org/officeDocument/2006/customXml" ds:itemID="{55F8E4E1-3083-46FE-84D1-003F25E9D5F2}">
  <ds:schemaRefs/>
</ds:datastoreItem>
</file>

<file path=customXml/itemProps5.xml><?xml version="1.0" encoding="utf-8"?>
<ds:datastoreItem xmlns:ds="http://schemas.openxmlformats.org/officeDocument/2006/customXml" ds:itemID="{36EB031C-7AEB-40D6-87CF-E78365C48F96}">
  <ds:schemaRefs/>
</ds:datastoreItem>
</file>

<file path=customXml/itemProps6.xml><?xml version="1.0" encoding="utf-8"?>
<ds:datastoreItem xmlns:ds="http://schemas.openxmlformats.org/officeDocument/2006/customXml" ds:itemID="{CE1B153A-2F68-47AA-9A5C-40ADC25F8EE9}">
  <ds:schemaRefs/>
</ds:datastoreItem>
</file>

<file path=customXml/itemProps7.xml><?xml version="1.0" encoding="utf-8"?>
<ds:datastoreItem xmlns:ds="http://schemas.openxmlformats.org/officeDocument/2006/customXml" ds:itemID="{3CE4ABB1-A8D0-4BDA-960E-19A8E78C85CB}">
  <ds:schemaRefs/>
</ds:datastoreItem>
</file>

<file path=customXml/itemProps8.xml><?xml version="1.0" encoding="utf-8"?>
<ds:datastoreItem xmlns:ds="http://schemas.openxmlformats.org/officeDocument/2006/customXml" ds:itemID="{FCB9BDF9-8D0B-4A21-91C7-B45E2054D64F}">
  <ds:schemaRefs/>
</ds:datastoreItem>
</file>

<file path=customXml/itemProps9.xml><?xml version="1.0" encoding="utf-8"?>
<ds:datastoreItem xmlns:ds="http://schemas.openxmlformats.org/officeDocument/2006/customXml" ds:itemID="{2A35B555-51E5-4508-999D-0DB2223E8596}">
  <ds:schemaRefs/>
</ds:datastoreItem>
</file>

<file path=customXml/itemProps10.xml><?xml version="1.0" encoding="utf-8"?>
<ds:datastoreItem xmlns:ds="http://schemas.openxmlformats.org/officeDocument/2006/customXml" ds:itemID="{C9B8530F-F0E7-4108-B84F-14FDE78B6313}">
  <ds:schemaRefs/>
</ds:datastoreItem>
</file>

<file path=customXml/itemProps11.xml><?xml version="1.0" encoding="utf-8"?>
<ds:datastoreItem xmlns:ds="http://schemas.openxmlformats.org/officeDocument/2006/customXml" ds:itemID="{29A8C1AA-C515-40D6-B0B7-BB9CDBF5EB3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f34b39-ae9a-42c3-aa23-9e04d25d7d68"/>
    <ds:schemaRef ds:uri="65f63ffe-09f2-48f2-a153-3382f1b870a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12.xml><?xml version="1.0" encoding="utf-8"?>
<ds:datastoreItem xmlns:ds="http://schemas.openxmlformats.org/officeDocument/2006/customXml" ds:itemID="{210D0ECE-EB03-46B5-BB66-21A04B804858}">
  <ds:schemaRefs/>
</ds:datastoreItem>
</file>

<file path=customXml/itemProps13.xml><?xml version="1.0" encoding="utf-8"?>
<ds:datastoreItem xmlns:ds="http://schemas.openxmlformats.org/officeDocument/2006/customXml" ds:itemID="{0627EAEC-6E82-412B-8BBE-A75F4261EB6E}">
  <ds:schemaRefs/>
</ds:datastoreItem>
</file>

<file path=customXml/itemProps14.xml><?xml version="1.0" encoding="utf-8"?>
<ds:datastoreItem xmlns:ds="http://schemas.openxmlformats.org/officeDocument/2006/customXml" ds:itemID="{232AE0FF-2F41-43E0-9ECC-98E8E7F9A095}">
  <ds:schemaRefs>
    <ds:schemaRef ds:uri="http://schemas.microsoft.com/sharepoint/v3/contenttype/forms"/>
  </ds:schemaRefs>
</ds:datastoreItem>
</file>

<file path=customXml/itemProps15.xml><?xml version="1.0" encoding="utf-8"?>
<ds:datastoreItem xmlns:ds="http://schemas.openxmlformats.org/officeDocument/2006/customXml" ds:itemID="{4D2ABF8B-60BA-4166-A248-76BAD54EF60E}">
  <ds:schemaRefs/>
</ds:datastoreItem>
</file>

<file path=customXml/itemProps16.xml><?xml version="1.0" encoding="utf-8"?>
<ds:datastoreItem xmlns:ds="http://schemas.openxmlformats.org/officeDocument/2006/customXml" ds:itemID="{3866CC1B-8778-4E2F-80FB-72B1119E3573}">
  <ds:schemaRefs>
    <ds:schemaRef ds:uri="65f63ffe-09f2-48f2-a153-3382f1b870a7"/>
    <ds:schemaRef ds:uri="http://www.w3.org/XML/1998/namespace"/>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purl.org/dc/terms/"/>
    <ds:schemaRef ds:uri="http://schemas.openxmlformats.org/package/2006/metadata/core-properties"/>
    <ds:schemaRef ds:uri="37f34b39-ae9a-42c3-aa23-9e04d25d7d68"/>
    <ds:schemaRef ds:uri="http://purl.org/dc/dcmitype/"/>
  </ds:schemaRefs>
</ds:datastoreItem>
</file>

<file path=customXml/itemProps17.xml><?xml version="1.0" encoding="utf-8"?>
<ds:datastoreItem xmlns:ds="http://schemas.openxmlformats.org/officeDocument/2006/customXml" ds:itemID="{80BDFBE0-DE12-4FFA-8804-5CB7F604B192}">
  <ds:schemaRefs/>
</ds:datastoreItem>
</file>

<file path=customXml/itemProps18.xml><?xml version="1.0" encoding="utf-8"?>
<ds:datastoreItem xmlns:ds="http://schemas.openxmlformats.org/officeDocument/2006/customXml" ds:itemID="{AA3288F3-1D9F-49BB-BDD6-370C0756141F}">
  <ds:schemaRefs/>
</ds:datastoreItem>
</file>

<file path=customXml/itemProps19.xml><?xml version="1.0" encoding="utf-8"?>
<ds:datastoreItem xmlns:ds="http://schemas.openxmlformats.org/officeDocument/2006/customXml" ds:itemID="{6CEF34A5-863D-43E5-85F1-3E366FB506A5}">
  <ds:schemaRefs/>
</ds:datastoreItem>
</file>

<file path=docMetadata/LabelInfo.xml><?xml version="1.0" encoding="utf-8"?>
<clbl:labelList xmlns:clbl="http://schemas.microsoft.com/office/2020/mipLabelMetadata">
  <clbl:label id="{9e767a3e-36d8-4341-a9b3-8a01d66037db}" enabled="1" method="Privileged" siteId="{0159e9d0-09a0-4edf-96ba-a3deea363c28}" removed="0"/>
</clbl:labelList>
</file>

<file path=docProps/app.xml><?xml version="1.0" encoding="utf-8"?>
<Properties xmlns="http://schemas.openxmlformats.org/officeDocument/2006/extended-properties" xmlns:vt="http://schemas.openxmlformats.org/officeDocument/2006/docPropsVTypes">
  <Template>Figures Master - 20210903</Template>
  <TotalTime>453</TotalTime>
  <Words>45</Words>
  <Application>Microsoft Macintosh PowerPoint</Application>
  <PresentationFormat>Widescreen</PresentationFormat>
  <Paragraphs>23</Paragraphs>
  <Slides>1</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vt:i4>
      </vt:variant>
    </vt:vector>
  </HeadingPairs>
  <TitlesOfParts>
    <vt:vector size="14" baseType="lpstr">
      <vt:lpstr>Arial</vt:lpstr>
      <vt:lpstr>Arial Narrow</vt:lpstr>
      <vt:lpstr>Barlow Condensed</vt:lpstr>
      <vt:lpstr>Barlow Condensed Light</vt:lpstr>
      <vt:lpstr>Barlow Condensed Thin</vt:lpstr>
      <vt:lpstr>Calibre</vt:lpstr>
      <vt:lpstr>Calibre Light</vt:lpstr>
      <vt:lpstr>Calibre Medium</vt:lpstr>
      <vt:lpstr>Calibre Semibold</vt:lpstr>
      <vt:lpstr>Calibri</vt:lpstr>
      <vt:lpstr>Financier Display</vt:lpstr>
      <vt:lpstr>SwissReSansOTLight</vt:lpstr>
      <vt:lpstr>Figures Master - 20210903</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Mandel, Sofia  @ CBRE Marketing</dc:creator>
  <cp:lastModifiedBy>Kalwakurthy, Akhil @ Global D&amp;T Contractor</cp:lastModifiedBy>
  <cp:revision>10</cp:revision>
  <dcterms:created xsi:type="dcterms:W3CDTF">2024-10-08T16:13:53Z</dcterms:created>
  <dcterms:modified xsi:type="dcterms:W3CDTF">2025-10-28T12:47:08Z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0x0101002995B965FFEAA342A21A399655DD643E</vt:lpwstr>
  </property>
  <property fmtid="{D5CDD505-2E9C-101B-9397-08002B2CF9AE}" pid="3" name="TemplafyTimeStamp">
    <vt:lpwstr>2021-10-28T18:34:19</vt:lpwstr>
  </property>
  <property fmtid="{D5CDD505-2E9C-101B-9397-08002B2CF9AE}" pid="4" name="TemplafyTenantId">
    <vt:lpwstr>cbre</vt:lpwstr>
  </property>
  <property fmtid="{D5CDD505-2E9C-101B-9397-08002B2CF9AE}" pid="5" name="TemplafyTemplateId">
    <vt:lpwstr>637710428582035062</vt:lpwstr>
  </property>
  <property fmtid="{D5CDD505-2E9C-101B-9397-08002B2CF9AE}" pid="6" name="TemplafyUserProfileId">
    <vt:lpwstr>637689480592126272</vt:lpwstr>
  </property>
  <property fmtid="{D5CDD505-2E9C-101B-9397-08002B2CF9AE}" pid="7" name="TemplafyFromBlank">
    <vt:bool>false</vt:bool>
  </property>
  <property fmtid="{D5CDD505-2E9C-101B-9397-08002B2CF9AE}" pid="8" name="HasRun">
    <vt:lpwstr>true</vt:lpwstr>
  </property>
</Properties>
</file>