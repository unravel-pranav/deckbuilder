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076137662" r:id="rId2"/>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userDrawn="1">
          <p15:clr>
            <a:srgbClr val="A4A3A4"/>
          </p15:clr>
        </p15:guide>
        <p15:guide id="2" pos="24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4"/>
    <p:restoredTop sz="94540"/>
  </p:normalViewPr>
  <p:slideViewPr>
    <p:cSldViewPr snapToGrid="0">
      <p:cViewPr varScale="1">
        <p:scale>
          <a:sx n="78" d="100"/>
          <a:sy n="78" d="100"/>
        </p:scale>
        <p:origin x="3216" y="168"/>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4B031E-AC02-CA44-8C36-6F6A0A9F19B1}" type="datetimeFigureOut">
              <a:rPr lang="en-US" smtClean="0"/>
              <a:t>1/20/26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47379F-7969-5E45-83BF-356D23643616}" type="slidenum">
              <a:rPr lang="en-US" smtClean="0"/>
              <a:t>‹#›</a:t>
            </a:fld>
            <a:endParaRPr lang="en-US"/>
          </a:p>
        </p:txBody>
      </p:sp>
    </p:spTree>
    <p:extLst>
      <p:ext uri="{BB962C8B-B14F-4D97-AF65-F5344CB8AC3E}">
        <p14:creationId xmlns:p14="http://schemas.microsoft.com/office/powerpoint/2010/main" val="3740159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36788" y="1143000"/>
            <a:ext cx="2384425"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1200"/>
              </a:spcBef>
              <a:spcAft>
                <a:spcPts val="1200"/>
              </a:spcAft>
              <a:buClrTx/>
              <a:buSzTx/>
              <a:buFontTx/>
              <a:buNone/>
              <a:tabLst/>
              <a:defRPr/>
            </a:pPr>
            <a:fld id="{5A27CBEC-3BA9-408E-897B-DC62741FD035}" type="slidenum">
              <a:rPr kumimoji="0" lang="en-GB" sz="1200" b="0" i="0" u="none" strike="noStrike" kern="0" cap="none" spc="0" normalizeH="0" baseline="0" noProof="0" smtClean="0">
                <a:ln>
                  <a:noFill/>
                </a:ln>
                <a:solidFill>
                  <a:prstClr val="black"/>
                </a:solidFill>
                <a:effectLst/>
                <a:uLnTx/>
                <a:uFillTx/>
                <a:latin typeface="Calibre Light" panose="020B0303030202060203" pitchFamily="34" charset="0"/>
                <a:ea typeface="+mn-ea"/>
                <a:cs typeface="+mn-cs"/>
              </a:rPr>
              <a:pPr marL="0" marR="0" lvl="0" indent="0" algn="r" defTabSz="914400" eaLnBrk="1" fontAlgn="auto" latinLnBrk="0" hangingPunct="1">
                <a:lnSpc>
                  <a:spcPct val="100000"/>
                </a:lnSpc>
                <a:spcBef>
                  <a:spcPts val="1200"/>
                </a:spcBef>
                <a:spcAft>
                  <a:spcPts val="1200"/>
                </a:spcAft>
                <a:buClrTx/>
                <a:buSzTx/>
                <a:buFontTx/>
                <a:buNone/>
                <a:tabLst/>
                <a:defRPr/>
              </a:pPr>
              <a:t>1</a:t>
            </a:fld>
            <a:endParaRPr kumimoji="0" lang="en-GB" sz="1200" b="0" i="0" u="none" strike="noStrike" kern="0" cap="none" spc="0" normalizeH="0" baseline="0" noProof="0">
              <a:ln>
                <a:noFill/>
              </a:ln>
              <a:solidFill>
                <a:prstClr val="black"/>
              </a:solidFill>
              <a:effectLst/>
              <a:uLnTx/>
              <a:uFillTx/>
              <a:latin typeface="Calibre Light" panose="020B0303030202060203" pitchFamily="34" charset="0"/>
              <a:ea typeface="+mn-ea"/>
              <a:cs typeface="+mn-cs"/>
            </a:endParaRPr>
          </a:p>
        </p:txBody>
      </p:sp>
    </p:spTree>
    <p:extLst>
      <p:ext uri="{BB962C8B-B14F-4D97-AF65-F5344CB8AC3E}">
        <p14:creationId xmlns:p14="http://schemas.microsoft.com/office/powerpoint/2010/main" val="829996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rief - Cvr, 1 Col and stats">
    <p:spTree>
      <p:nvGrpSpPr>
        <p:cNvPr id="1" name=""/>
        <p:cNvGrpSpPr/>
        <p:nvPr/>
      </p:nvGrpSpPr>
      <p:grpSpPr>
        <a:xfrm>
          <a:off x="0" y="0"/>
          <a:ext cx="0" cy="0"/>
          <a:chOff x="0" y="0"/>
          <a:chExt cx="0" cy="0"/>
        </a:xfrm>
      </p:grpSpPr>
      <p:grpSp>
        <p:nvGrpSpPr>
          <p:cNvPr id="2" name="Cover Elements">
            <a:extLst>
              <a:ext uri="{FF2B5EF4-FFF2-40B4-BE49-F238E27FC236}">
                <a16:creationId xmlns:a16="http://schemas.microsoft.com/office/drawing/2014/main" id="{9DC99241-8191-4D25-ACA9-4F986E0C070D}"/>
              </a:ext>
            </a:extLst>
          </p:cNvPr>
          <p:cNvGrpSpPr/>
          <p:nvPr userDrawn="1"/>
        </p:nvGrpSpPr>
        <p:grpSpPr>
          <a:xfrm>
            <a:off x="0" y="0"/>
            <a:ext cx="7772400" cy="3192463"/>
            <a:chOff x="0" y="0"/>
            <a:chExt cx="7772400" cy="3192463"/>
          </a:xfrm>
        </p:grpSpPr>
        <p:sp>
          <p:nvSpPr>
            <p:cNvPr id="24" name="Master Slide Cover">
              <a:extLst>
                <a:ext uri="{FF2B5EF4-FFF2-40B4-BE49-F238E27FC236}">
                  <a16:creationId xmlns:a16="http://schemas.microsoft.com/office/drawing/2014/main" id="{29F29F0E-9CD7-4714-B908-3BF2A1AC84CB}"/>
                </a:ext>
              </a:extLst>
            </p:cNvPr>
            <p:cNvSpPr/>
            <p:nvPr userDrawn="1"/>
          </p:nvSpPr>
          <p:spPr>
            <a:xfrm>
              <a:off x="0" y="0"/>
              <a:ext cx="7772400" cy="319246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sz="2000" dirty="0">
                <a:solidFill>
                  <a:schemeClr val="bg1"/>
                </a:solidFill>
              </a:endParaRPr>
            </a:p>
          </p:txBody>
        </p:sp>
        <p:sp>
          <p:nvSpPr>
            <p:cNvPr id="26" name="CBRE Vector Logo">
              <a:extLst>
                <a:ext uri="{FF2B5EF4-FFF2-40B4-BE49-F238E27FC236}">
                  <a16:creationId xmlns:a16="http://schemas.microsoft.com/office/drawing/2014/main" id="{59D88FA1-FB79-4B70-88A9-85F23B0F4FE1}"/>
                </a:ext>
              </a:extLst>
            </p:cNvPr>
            <p:cNvSpPr>
              <a:spLocks noChangeAspect="1"/>
            </p:cNvSpPr>
            <p:nvPr userDrawn="1"/>
          </p:nvSpPr>
          <p:spPr>
            <a:xfrm>
              <a:off x="6436678" y="505401"/>
              <a:ext cx="822960" cy="204459"/>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sz="2000" dirty="0"/>
            </a:p>
          </p:txBody>
        </p:sp>
        <p:sp>
          <p:nvSpPr>
            <p:cNvPr id="28" name="Cover Line of Sight">
              <a:extLst>
                <a:ext uri="{FF2B5EF4-FFF2-40B4-BE49-F238E27FC236}">
                  <a16:creationId xmlns:a16="http://schemas.microsoft.com/office/drawing/2014/main" id="{1976C8B8-AECE-43AE-A81F-BF3B33FBA1F6}"/>
                </a:ext>
              </a:extLst>
            </p:cNvPr>
            <p:cNvSpPr/>
            <p:nvPr userDrawn="1"/>
          </p:nvSpPr>
          <p:spPr>
            <a:xfrm>
              <a:off x="0" y="511175"/>
              <a:ext cx="137160" cy="2542032"/>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sz="2000" dirty="0">
                <a:solidFill>
                  <a:schemeClr val="bg1"/>
                </a:solidFill>
              </a:endParaRPr>
            </a:p>
          </p:txBody>
        </p:sp>
      </p:grpSp>
      <p:sp>
        <p:nvSpPr>
          <p:cNvPr id="3" name="Main Title Placeholder 1">
            <a:extLst>
              <a:ext uri="{FF2B5EF4-FFF2-40B4-BE49-F238E27FC236}">
                <a16:creationId xmlns:a16="http://schemas.microsoft.com/office/drawing/2014/main" id="{5BE774C7-D9DF-4368-A6B7-592E6C089C69}"/>
              </a:ext>
            </a:extLst>
          </p:cNvPr>
          <p:cNvSpPr>
            <a:spLocks noGrp="1"/>
          </p:cNvSpPr>
          <p:nvPr>
            <p:ph type="body" sz="quarter" idx="12" hasCustomPrompt="1"/>
          </p:nvPr>
        </p:nvSpPr>
        <p:spPr>
          <a:xfrm>
            <a:off x="1066800" y="965200"/>
            <a:ext cx="4105275" cy="2189480"/>
          </a:xfrm>
        </p:spPr>
        <p:txBody>
          <a:bodyPr anchor="b" anchorCtr="0"/>
          <a:lstStyle>
            <a:lvl1pPr>
              <a:spcBef>
                <a:spcPts val="0"/>
              </a:spcBef>
              <a:spcAft>
                <a:spcPts val="1000"/>
              </a:spcAft>
              <a:defRPr sz="1200" cap="none" baseline="0">
                <a:solidFill>
                  <a:srgbClr val="435254"/>
                </a:solidFill>
                <a:latin typeface="+mn-lt"/>
              </a:defRPr>
            </a:lvl1pPr>
            <a:lvl2pPr>
              <a:lnSpc>
                <a:spcPct val="90000"/>
              </a:lnSpc>
              <a:spcBef>
                <a:spcPts val="0"/>
              </a:spcBef>
              <a:spcAft>
                <a:spcPts val="0"/>
              </a:spcAft>
              <a:defRPr sz="3200">
                <a:solidFill>
                  <a:schemeClr val="accent6"/>
                </a:solidFill>
                <a:latin typeface="+mj-lt"/>
              </a:defRPr>
            </a:lvl2pPr>
            <a:lvl3pPr>
              <a:lnSpc>
                <a:spcPct val="120000"/>
              </a:lnSpc>
              <a:spcBef>
                <a:spcPts val="900"/>
              </a:spcBef>
              <a:defRPr sz="1200" cap="all" baseline="0">
                <a:solidFill>
                  <a:srgbClr val="435254"/>
                </a:solidFill>
                <a:latin typeface="+mn-lt"/>
              </a:defRPr>
            </a:lvl3pPr>
          </a:lstStyle>
          <a:p>
            <a:pPr lvl="0"/>
            <a:r>
              <a:rPr lang="en-US" dirty="0"/>
              <a:t>Header text (Level 1)</a:t>
            </a:r>
          </a:p>
          <a:p>
            <a:pPr lvl="1"/>
            <a:r>
              <a:rPr lang="en-US" dirty="0"/>
              <a:t>Main Title (Level 2)</a:t>
            </a:r>
          </a:p>
          <a:p>
            <a:pPr lvl="2"/>
            <a:r>
              <a:rPr lang="en-US" dirty="0" err="1"/>
              <a:t>Subheader</a:t>
            </a:r>
            <a:r>
              <a:rPr lang="en-US" dirty="0"/>
              <a:t> text (level 3)</a:t>
            </a:r>
          </a:p>
        </p:txBody>
      </p:sp>
      <p:sp>
        <p:nvSpPr>
          <p:cNvPr id="21" name="Rectangle 20">
            <a:extLst>
              <a:ext uri="{FF2B5EF4-FFF2-40B4-BE49-F238E27FC236}">
                <a16:creationId xmlns:a16="http://schemas.microsoft.com/office/drawing/2014/main" id="{178FF2B3-D91A-3746-BD88-9F96E172DAA0}"/>
              </a:ext>
            </a:extLst>
          </p:cNvPr>
          <p:cNvSpPr/>
          <p:nvPr userDrawn="1"/>
        </p:nvSpPr>
        <p:spPr>
          <a:xfrm>
            <a:off x="8077200" y="6096000"/>
            <a:ext cx="1219200" cy="18288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algn="l">
              <a:spcBef>
                <a:spcPts val="0"/>
              </a:spcBef>
              <a:spcAft>
                <a:spcPts val="600"/>
              </a:spcAft>
            </a:pPr>
            <a:r>
              <a:rPr lang="en-US" sz="1000" b="1" i="0" dirty="0">
                <a:solidFill>
                  <a:schemeClr val="bg1"/>
                </a:solidFill>
                <a:latin typeface="Calibre Semibold" panose="020B0503030202060203" pitchFamily="34" charset="77"/>
              </a:rPr>
              <a:t>Data/Stat Callouts U</a:t>
            </a:r>
            <a:r>
              <a:rPr lang="en-US" sz="1000" dirty="0">
                <a:solidFill>
                  <a:schemeClr val="bg1"/>
                </a:solidFill>
              </a:rPr>
              <a:t>se as needed to highlight content in the right margin.</a:t>
            </a:r>
          </a:p>
          <a:p>
            <a:pPr algn="l">
              <a:spcBef>
                <a:spcPts val="0"/>
              </a:spcBef>
              <a:spcAft>
                <a:spcPts val="600"/>
              </a:spcAft>
            </a:pPr>
            <a:r>
              <a:rPr lang="en-US" sz="1000" dirty="0">
                <a:solidFill>
                  <a:schemeClr val="bg1"/>
                </a:solidFill>
              </a:rPr>
              <a:t>When using multiple callouts, space as shown in the examples. Use Guides as needed for alignment.</a:t>
            </a:r>
          </a:p>
        </p:txBody>
      </p:sp>
      <p:sp>
        <p:nvSpPr>
          <p:cNvPr id="22" name="Rectangle 21">
            <a:extLst>
              <a:ext uri="{FF2B5EF4-FFF2-40B4-BE49-F238E27FC236}">
                <a16:creationId xmlns:a16="http://schemas.microsoft.com/office/drawing/2014/main" id="{B641FF01-6466-5A46-A68F-E51C9D86E1C5}"/>
              </a:ext>
            </a:extLst>
          </p:cNvPr>
          <p:cNvSpPr/>
          <p:nvPr userDrawn="1"/>
        </p:nvSpPr>
        <p:spPr>
          <a:xfrm>
            <a:off x="-1752600" y="1295400"/>
            <a:ext cx="1357008" cy="189706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BRIEF</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a:t>
            </a:r>
            <a:r>
              <a:rPr lang="en-US" sz="1000" b="1" dirty="0">
                <a:solidFill>
                  <a:schemeClr val="bg1"/>
                </a:solidFill>
                <a:latin typeface="Calibre Semibold" panose="020B0503030202060203" pitchFamily="34" charset="77"/>
              </a:rPr>
              <a:t>Theme</a:t>
            </a:r>
            <a:r>
              <a:rPr lang="en-US" sz="1000" dirty="0">
                <a:solidFill>
                  <a:schemeClr val="bg1"/>
                </a:solidFill>
                <a:latin typeface="Calibre" panose="020B0503030202060203" pitchFamily="34" charset="77"/>
              </a:rPr>
              <a:t>’ to one of the following:</a:t>
            </a:r>
          </a:p>
          <a:p>
            <a:pPr algn="l">
              <a:spcBef>
                <a:spcPts val="0"/>
              </a:spcBef>
              <a:spcAft>
                <a:spcPts val="600"/>
              </a:spcAft>
            </a:pPr>
            <a:r>
              <a:rPr lang="en-US" sz="1000" b="1" dirty="0">
                <a:solidFill>
                  <a:schemeClr val="bg1"/>
                </a:solidFill>
                <a:latin typeface="Calibre Semibold" panose="020B0503030202060203" pitchFamily="34" charset="77"/>
              </a:rPr>
              <a:t>Intelligent Investment</a:t>
            </a:r>
          </a:p>
          <a:p>
            <a:pPr algn="l">
              <a:spcBef>
                <a:spcPts val="0"/>
              </a:spcBef>
              <a:spcAft>
                <a:spcPts val="600"/>
              </a:spcAft>
            </a:pPr>
            <a:r>
              <a:rPr lang="en-US" sz="1000" b="1" dirty="0">
                <a:solidFill>
                  <a:schemeClr val="bg1"/>
                </a:solidFill>
                <a:latin typeface="Calibre Semibold" panose="020B0503030202060203" pitchFamily="34" charset="77"/>
              </a:rPr>
              <a:t>Future Cities</a:t>
            </a:r>
          </a:p>
          <a:p>
            <a:pPr algn="l">
              <a:spcBef>
                <a:spcPts val="0"/>
              </a:spcBef>
              <a:spcAft>
                <a:spcPts val="600"/>
              </a:spcAft>
            </a:pPr>
            <a:r>
              <a:rPr lang="en-US" sz="1000" b="1" dirty="0">
                <a:solidFill>
                  <a:schemeClr val="bg1"/>
                </a:solidFill>
                <a:latin typeface="Calibre Semibold" panose="020B0503030202060203" pitchFamily="34" charset="77"/>
              </a:rPr>
              <a:t>Adaptive Spaces</a:t>
            </a:r>
          </a:p>
          <a:p>
            <a:pPr algn="l">
              <a:spcBef>
                <a:spcPts val="0"/>
              </a:spcBef>
              <a:spcAft>
                <a:spcPts val="600"/>
              </a:spcAft>
            </a:pPr>
            <a:r>
              <a:rPr lang="en-US" sz="1000" b="1" dirty="0">
                <a:solidFill>
                  <a:schemeClr val="bg1"/>
                </a:solidFill>
                <a:latin typeface="Calibre Semibold" panose="020B0503030202060203" pitchFamily="34" charset="77"/>
              </a:rPr>
              <a:t>Evolving Workforces</a:t>
            </a:r>
          </a:p>
          <a:p>
            <a:pPr algn="l">
              <a:spcBef>
                <a:spcPts val="0"/>
              </a:spcBef>
              <a:spcAft>
                <a:spcPts val="600"/>
              </a:spcAft>
            </a:pPr>
            <a:r>
              <a:rPr lang="en-US" sz="1000" b="1" dirty="0">
                <a:solidFill>
                  <a:schemeClr val="bg1"/>
                </a:solidFill>
                <a:latin typeface="Calibre Semibold" panose="020B0503030202060203" pitchFamily="34" charset="77"/>
              </a:rPr>
              <a:t>Creating Resilience</a:t>
            </a:r>
          </a:p>
        </p:txBody>
      </p:sp>
      <p:grpSp>
        <p:nvGrpSpPr>
          <p:cNvPr id="6" name="Group 5">
            <a:extLst>
              <a:ext uri="{FF2B5EF4-FFF2-40B4-BE49-F238E27FC236}">
                <a16:creationId xmlns:a16="http://schemas.microsoft.com/office/drawing/2014/main" id="{F53F043B-2F25-44DB-84C4-1BC3D36BCADB}"/>
              </a:ext>
            </a:extLst>
          </p:cNvPr>
          <p:cNvGrpSpPr/>
          <p:nvPr userDrawn="1"/>
        </p:nvGrpSpPr>
        <p:grpSpPr>
          <a:xfrm>
            <a:off x="-1600200" y="-76200"/>
            <a:ext cx="11049000" cy="1371600"/>
            <a:chOff x="-1600200" y="-76200"/>
            <a:chExt cx="11049000" cy="1371600"/>
          </a:xfrm>
        </p:grpSpPr>
        <p:sp>
          <p:nvSpPr>
            <p:cNvPr id="5" name="Rectangle 4">
              <a:extLst>
                <a:ext uri="{FF2B5EF4-FFF2-40B4-BE49-F238E27FC236}">
                  <a16:creationId xmlns:a16="http://schemas.microsoft.com/office/drawing/2014/main" id="{CFC2E5CC-C415-4684-B105-D38521688365}"/>
                </a:ext>
              </a:extLst>
            </p:cNvPr>
            <p:cNvSpPr/>
            <p:nvPr userDrawn="1"/>
          </p:nvSpPr>
          <p:spPr>
            <a:xfrm>
              <a:off x="-1600200" y="-76200"/>
              <a:ext cx="1524000" cy="1371600"/>
            </a:xfrm>
            <a:prstGeom prst="rect">
              <a:avLst/>
            </a:prstGeom>
            <a:solidFill>
              <a:srgbClr val="E6E6E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6" name="Rectangle 15">
              <a:extLst>
                <a:ext uri="{FF2B5EF4-FFF2-40B4-BE49-F238E27FC236}">
                  <a16:creationId xmlns:a16="http://schemas.microsoft.com/office/drawing/2014/main" id="{9B5F82AC-E449-4335-BF71-3313ACA90FBD}"/>
                </a:ext>
              </a:extLst>
            </p:cNvPr>
            <p:cNvSpPr/>
            <p:nvPr userDrawn="1"/>
          </p:nvSpPr>
          <p:spPr>
            <a:xfrm>
              <a:off x="7924800" y="-76200"/>
              <a:ext cx="1524000" cy="1371600"/>
            </a:xfrm>
            <a:prstGeom prst="rect">
              <a:avLst/>
            </a:prstGeom>
            <a:solidFill>
              <a:srgbClr val="E6E6E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grpSp>
      <p:grpSp>
        <p:nvGrpSpPr>
          <p:cNvPr id="10" name="Footer Elements">
            <a:extLst>
              <a:ext uri="{FF2B5EF4-FFF2-40B4-BE49-F238E27FC236}">
                <a16:creationId xmlns:a16="http://schemas.microsoft.com/office/drawing/2014/main" id="{022F62BE-0223-F744-4B13-F61F357DC50A}"/>
              </a:ext>
            </a:extLst>
          </p:cNvPr>
          <p:cNvGrpSpPr/>
          <p:nvPr userDrawn="1"/>
        </p:nvGrpSpPr>
        <p:grpSpPr>
          <a:xfrm>
            <a:off x="381000" y="9546336"/>
            <a:ext cx="6878639" cy="235427"/>
            <a:chOff x="1078993" y="9546336"/>
            <a:chExt cx="6180646" cy="235427"/>
          </a:xfrm>
        </p:grpSpPr>
        <p:sp>
          <p:nvSpPr>
            <p:cNvPr id="11" name="slide_master_copyright_text">
              <a:extLst>
                <a:ext uri="{FF2B5EF4-FFF2-40B4-BE49-F238E27FC236}">
                  <a16:creationId xmlns:a16="http://schemas.microsoft.com/office/drawing/2014/main" id="{DBF233DD-7146-F98F-B5E6-F00C5B88E87D}"/>
                </a:ext>
              </a:extLst>
            </p:cNvPr>
            <p:cNvSpPr txBox="1"/>
            <p:nvPr userDrawn="1"/>
          </p:nvSpPr>
          <p:spPr>
            <a:xfrm>
              <a:off x="5257801" y="9601200"/>
              <a:ext cx="2001838" cy="180563"/>
            </a:xfrm>
            <a:prstGeom prst="rect">
              <a:avLst/>
            </a:prstGeom>
            <a:noFill/>
            <a:ln>
              <a:noFill/>
            </a:ln>
          </p:spPr>
          <p:txBody>
            <a:bodyPr wrap="square" lIns="0" tIns="0" rIns="0" bIns="0" anchor="b" anchorCtr="0">
              <a:noAutofit/>
            </a:bodyPr>
            <a:lstStyle/>
            <a:p>
              <a:pPr marL="0" algn="r" defTabSz="777279" rtl="0" eaLnBrk="1" latinLnBrk="0" hangingPunct="1"/>
              <a:r>
                <a:rPr lang="en-US" sz="800" b="0" kern="1200" cap="all" baseline="0">
                  <a:solidFill>
                    <a:schemeClr val="tx1"/>
                  </a:solidFill>
                  <a:latin typeface="+mn-lt"/>
                  <a:ea typeface="+mn-ea"/>
                  <a:cs typeface="+mn-cs"/>
                </a:rPr>
                <a:t>© 2026 </a:t>
              </a:r>
              <a:r>
                <a:rPr lang="en-US" sz="800" b="0" kern="1200" cap="all" baseline="0" dirty="0">
                  <a:solidFill>
                    <a:schemeClr val="tx1"/>
                  </a:solidFill>
                  <a:latin typeface="+mn-lt"/>
                  <a:ea typeface="+mn-ea"/>
                  <a:cs typeface="+mn-cs"/>
                </a:rPr>
                <a:t>CBRE, Inc.</a:t>
              </a:r>
            </a:p>
          </p:txBody>
        </p:sp>
        <p:sp>
          <p:nvSpPr>
            <p:cNvPr id="12" name="Division/Sector Name">
              <a:extLst>
                <a:ext uri="{FF2B5EF4-FFF2-40B4-BE49-F238E27FC236}">
                  <a16:creationId xmlns:a16="http://schemas.microsoft.com/office/drawing/2014/main" id="{0BBCF446-A642-8667-6C28-E2248E3F8B5B}"/>
                </a:ext>
              </a:extLst>
            </p:cNvPr>
            <p:cNvSpPr txBox="1"/>
            <p:nvPr userDrawn="1"/>
          </p:nvSpPr>
          <p:spPr>
            <a:xfrm>
              <a:off x="1078993" y="9601200"/>
              <a:ext cx="3048508" cy="180563"/>
            </a:xfrm>
            <a:prstGeom prst="rect">
              <a:avLst/>
            </a:prstGeom>
            <a:noFill/>
            <a:ln>
              <a:noFill/>
            </a:ln>
          </p:spPr>
          <p:txBody>
            <a:bodyPr wrap="square" lIns="0" tIns="0" rIns="0" bIns="0" anchor="b" anchorCtr="0">
              <a:noAutofit/>
            </a:bodyPr>
            <a:lstStyle/>
            <a:p>
              <a:pPr marL="0" algn="l" defTabSz="777279" rtl="0" eaLnBrk="1" latinLnBrk="0" hangingPunct="1"/>
              <a:r>
                <a:rPr lang="en-US" sz="800" cap="all" baseline="0" dirty="0">
                  <a:solidFill>
                    <a:srgbClr val="435154"/>
                  </a:solidFill>
                  <a:latin typeface="+mn-lt"/>
                </a:rPr>
                <a:t>CBRE RESEARCH</a:t>
              </a:r>
              <a:endParaRPr lang="en-US" sz="800" b="0" kern="1200" cap="all" baseline="0" dirty="0">
                <a:solidFill>
                  <a:schemeClr val="tx1"/>
                </a:solidFill>
                <a:latin typeface="+mn-lt"/>
                <a:ea typeface="+mn-ea"/>
                <a:cs typeface="+mn-cs"/>
              </a:endParaRPr>
            </a:p>
          </p:txBody>
        </p:sp>
        <p:cxnSp>
          <p:nvCxnSpPr>
            <p:cNvPr id="13" name="Footer Light Grey Line">
              <a:extLst>
                <a:ext uri="{FF2B5EF4-FFF2-40B4-BE49-F238E27FC236}">
                  <a16:creationId xmlns:a16="http://schemas.microsoft.com/office/drawing/2014/main" id="{503768E8-A48E-2A8B-C15F-89FB5D81F66A}"/>
                </a:ext>
              </a:extLst>
            </p:cNvPr>
            <p:cNvCxnSpPr>
              <a:cxnSpLocks/>
            </p:cNvCxnSpPr>
            <p:nvPr userDrawn="1"/>
          </p:nvCxnSpPr>
          <p:spPr>
            <a:xfrm>
              <a:off x="1078993" y="9546336"/>
              <a:ext cx="6180646"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4" name="slide_master_market_sector_period_header_text">
            <a:extLst>
              <a:ext uri="{FF2B5EF4-FFF2-40B4-BE49-F238E27FC236}">
                <a16:creationId xmlns:a16="http://schemas.microsoft.com/office/drawing/2014/main" id="{7D482F80-A4E0-E219-56D8-236D7C66BB84}"/>
              </a:ext>
            </a:extLst>
          </p:cNvPr>
          <p:cNvSpPr txBox="1">
            <a:spLocks/>
          </p:cNvSpPr>
          <p:nvPr userDrawn="1"/>
        </p:nvSpPr>
        <p:spPr>
          <a:xfrm>
            <a:off x="420624" y="685800"/>
            <a:ext cx="4527550" cy="276226"/>
          </a:xfrm>
          <a:prstGeom prst="rect">
            <a:avLst/>
          </a:prstGeom>
        </p:spPr>
        <p:txBody>
          <a:bodyPr vert="horz" wrap="square" lIns="0" tIns="0" rIns="0" bIns="0"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900" dirty="0">
                <a:solidFill>
                  <a:srgbClr val="435254"/>
                </a:solidFill>
                <a:latin typeface="Calibre Light" panose="020B0303030202060203" pitchFamily="34" charset="77"/>
              </a:rPr>
              <a:t>SNAPSHOT | [MARKET] [SECTOR] | Q4 2024</a:t>
            </a:r>
          </a:p>
        </p:txBody>
      </p:sp>
    </p:spTree>
    <p:extLst>
      <p:ext uri="{BB962C8B-B14F-4D97-AF65-F5344CB8AC3E}">
        <p14:creationId xmlns:p14="http://schemas.microsoft.com/office/powerpoint/2010/main" val="3850003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rief - Body, 1 Col and stats">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C3EB59F-1528-1D4E-9DE0-FFCB746251CD}"/>
              </a:ext>
            </a:extLst>
          </p:cNvPr>
          <p:cNvSpPr/>
          <p:nvPr userDrawn="1"/>
        </p:nvSpPr>
        <p:spPr>
          <a:xfrm>
            <a:off x="8077200" y="2038350"/>
            <a:ext cx="1219200" cy="18288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algn="l">
              <a:spcBef>
                <a:spcPts val="0"/>
              </a:spcBef>
              <a:spcAft>
                <a:spcPts val="600"/>
              </a:spcAft>
            </a:pPr>
            <a:r>
              <a:rPr lang="en-US" sz="1000" b="1" i="0" dirty="0">
                <a:solidFill>
                  <a:schemeClr val="bg1"/>
                </a:solidFill>
                <a:latin typeface="Calibre Semibold" panose="020B0503030202060203" pitchFamily="34" charset="77"/>
              </a:rPr>
              <a:t>Data/Stat Callouts U</a:t>
            </a:r>
            <a:r>
              <a:rPr lang="en-US" sz="1000" dirty="0">
                <a:solidFill>
                  <a:schemeClr val="bg1"/>
                </a:solidFill>
              </a:rPr>
              <a:t>se as needed to highlight content in the right margin.</a:t>
            </a:r>
          </a:p>
          <a:p>
            <a:pPr algn="l">
              <a:spcBef>
                <a:spcPts val="0"/>
              </a:spcBef>
              <a:spcAft>
                <a:spcPts val="600"/>
              </a:spcAft>
            </a:pPr>
            <a:r>
              <a:rPr lang="en-US" sz="1000" dirty="0">
                <a:solidFill>
                  <a:schemeClr val="bg1"/>
                </a:solidFill>
              </a:rPr>
              <a:t>When using multiple callouts, space as shown in the examples. Use Guides as needed for alignment.</a:t>
            </a:r>
          </a:p>
        </p:txBody>
      </p:sp>
      <p:grpSp>
        <p:nvGrpSpPr>
          <p:cNvPr id="2" name="Footer Elements">
            <a:extLst>
              <a:ext uri="{FF2B5EF4-FFF2-40B4-BE49-F238E27FC236}">
                <a16:creationId xmlns:a16="http://schemas.microsoft.com/office/drawing/2014/main" id="{7B981545-D439-D91D-DA25-22B98CF6F853}"/>
              </a:ext>
            </a:extLst>
          </p:cNvPr>
          <p:cNvGrpSpPr/>
          <p:nvPr userDrawn="1"/>
        </p:nvGrpSpPr>
        <p:grpSpPr>
          <a:xfrm>
            <a:off x="381000" y="9546336"/>
            <a:ext cx="6878639" cy="235427"/>
            <a:chOff x="1078993" y="9546336"/>
            <a:chExt cx="6180646" cy="235427"/>
          </a:xfrm>
        </p:grpSpPr>
        <p:sp>
          <p:nvSpPr>
            <p:cNvPr id="3" name="slide_master_copyright_text">
              <a:extLst>
                <a:ext uri="{FF2B5EF4-FFF2-40B4-BE49-F238E27FC236}">
                  <a16:creationId xmlns:a16="http://schemas.microsoft.com/office/drawing/2014/main" id="{D08555FD-B141-A1F5-2221-B01D0B18988D}"/>
                </a:ext>
              </a:extLst>
            </p:cNvPr>
            <p:cNvSpPr txBox="1"/>
            <p:nvPr userDrawn="1"/>
          </p:nvSpPr>
          <p:spPr>
            <a:xfrm>
              <a:off x="5257801" y="9601200"/>
              <a:ext cx="2001838" cy="180563"/>
            </a:xfrm>
            <a:prstGeom prst="rect">
              <a:avLst/>
            </a:prstGeom>
            <a:noFill/>
            <a:ln>
              <a:noFill/>
            </a:ln>
          </p:spPr>
          <p:txBody>
            <a:bodyPr wrap="square" lIns="0" tIns="0" rIns="0" bIns="0" anchor="b" anchorCtr="0">
              <a:noAutofit/>
            </a:bodyPr>
            <a:lstStyle/>
            <a:p>
              <a:pPr marL="0" algn="r" defTabSz="777279" rtl="0" eaLnBrk="1" latinLnBrk="0" hangingPunct="1"/>
              <a:r>
                <a:rPr lang="en-US" sz="800" b="0" kern="1200" cap="all" baseline="0" dirty="0">
                  <a:solidFill>
                    <a:schemeClr val="tx1"/>
                  </a:solidFill>
                  <a:latin typeface="+mn-lt"/>
                  <a:ea typeface="+mn-ea"/>
                  <a:cs typeface="+mn-cs"/>
                </a:rPr>
                <a:t>© 2025 CBRE, Inc.</a:t>
              </a:r>
            </a:p>
          </p:txBody>
        </p:sp>
        <p:sp>
          <p:nvSpPr>
            <p:cNvPr id="4" name="Division/Sector Name">
              <a:extLst>
                <a:ext uri="{FF2B5EF4-FFF2-40B4-BE49-F238E27FC236}">
                  <a16:creationId xmlns:a16="http://schemas.microsoft.com/office/drawing/2014/main" id="{8B01E4C8-AFCE-89B4-4502-A7DE87069CD9}"/>
                </a:ext>
              </a:extLst>
            </p:cNvPr>
            <p:cNvSpPr txBox="1"/>
            <p:nvPr userDrawn="1"/>
          </p:nvSpPr>
          <p:spPr>
            <a:xfrm>
              <a:off x="1078993" y="9601200"/>
              <a:ext cx="3048508" cy="180563"/>
            </a:xfrm>
            <a:prstGeom prst="rect">
              <a:avLst/>
            </a:prstGeom>
            <a:noFill/>
            <a:ln>
              <a:noFill/>
            </a:ln>
          </p:spPr>
          <p:txBody>
            <a:bodyPr wrap="square" lIns="0" tIns="0" rIns="0" bIns="0" anchor="b" anchorCtr="0">
              <a:noAutofit/>
            </a:bodyPr>
            <a:lstStyle/>
            <a:p>
              <a:pPr marL="0" algn="l" defTabSz="777279" rtl="0" eaLnBrk="1" latinLnBrk="0" hangingPunct="1"/>
              <a:r>
                <a:rPr lang="en-US" sz="800" cap="all" baseline="0" dirty="0">
                  <a:solidFill>
                    <a:srgbClr val="435154"/>
                  </a:solidFill>
                  <a:latin typeface="+mn-lt"/>
                </a:rPr>
                <a:t>CBRE RESEARCH</a:t>
              </a:r>
              <a:endParaRPr lang="en-US" sz="800" b="0" kern="1200" cap="all" baseline="0" dirty="0">
                <a:solidFill>
                  <a:schemeClr val="tx1"/>
                </a:solidFill>
                <a:latin typeface="+mn-lt"/>
                <a:ea typeface="+mn-ea"/>
                <a:cs typeface="+mn-cs"/>
              </a:endParaRPr>
            </a:p>
          </p:txBody>
        </p:sp>
        <p:cxnSp>
          <p:nvCxnSpPr>
            <p:cNvPr id="5" name="Footer Light Grey Line">
              <a:extLst>
                <a:ext uri="{FF2B5EF4-FFF2-40B4-BE49-F238E27FC236}">
                  <a16:creationId xmlns:a16="http://schemas.microsoft.com/office/drawing/2014/main" id="{40DB99AF-CC1C-B56C-D9CE-4C16C3FB80E3}"/>
                </a:ext>
              </a:extLst>
            </p:cNvPr>
            <p:cNvCxnSpPr>
              <a:cxnSpLocks/>
            </p:cNvCxnSpPr>
            <p:nvPr userDrawn="1"/>
          </p:nvCxnSpPr>
          <p:spPr>
            <a:xfrm>
              <a:off x="1078993" y="9546336"/>
              <a:ext cx="6180646"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5426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ief - Back, 1 Col, 1 Chart and stat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479C49E-FE9A-C34F-ADFE-CF80E22324C3}"/>
              </a:ext>
            </a:extLst>
          </p:cNvPr>
          <p:cNvSpPr/>
          <p:nvPr userDrawn="1"/>
        </p:nvSpPr>
        <p:spPr>
          <a:xfrm>
            <a:off x="8077200" y="2038350"/>
            <a:ext cx="1219200" cy="18288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algn="l">
              <a:spcBef>
                <a:spcPts val="0"/>
              </a:spcBef>
              <a:spcAft>
                <a:spcPts val="600"/>
              </a:spcAft>
            </a:pPr>
            <a:r>
              <a:rPr lang="en-US" sz="1000" b="1" i="0" dirty="0">
                <a:solidFill>
                  <a:schemeClr val="bg1"/>
                </a:solidFill>
                <a:latin typeface="Calibre Semibold" panose="020B0503030202060203" pitchFamily="34" charset="77"/>
              </a:rPr>
              <a:t>Data/Stat Callouts U</a:t>
            </a:r>
            <a:r>
              <a:rPr lang="en-US" sz="1000" dirty="0">
                <a:solidFill>
                  <a:schemeClr val="bg1"/>
                </a:solidFill>
              </a:rPr>
              <a:t>se as needed to highlight content in the right margin.</a:t>
            </a:r>
          </a:p>
          <a:p>
            <a:pPr algn="l">
              <a:spcBef>
                <a:spcPts val="0"/>
              </a:spcBef>
              <a:spcAft>
                <a:spcPts val="600"/>
              </a:spcAft>
            </a:pPr>
            <a:r>
              <a:rPr lang="en-US" sz="1000" dirty="0">
                <a:solidFill>
                  <a:schemeClr val="bg1"/>
                </a:solidFill>
              </a:rPr>
              <a:t>When using multiple callouts, space as shown in the examples. Use Guides as needed for alignment.</a:t>
            </a:r>
          </a:p>
        </p:txBody>
      </p:sp>
      <p:grpSp>
        <p:nvGrpSpPr>
          <p:cNvPr id="2" name="Back Cover Elements">
            <a:extLst>
              <a:ext uri="{FF2B5EF4-FFF2-40B4-BE49-F238E27FC236}">
                <a16:creationId xmlns:a16="http://schemas.microsoft.com/office/drawing/2014/main" id="{AB4D3132-5191-84F0-BDC8-82150C5BF7AD}"/>
              </a:ext>
            </a:extLst>
          </p:cNvPr>
          <p:cNvGrpSpPr/>
          <p:nvPr userDrawn="1"/>
        </p:nvGrpSpPr>
        <p:grpSpPr>
          <a:xfrm>
            <a:off x="0" y="7865934"/>
            <a:ext cx="7772400" cy="2105714"/>
            <a:chOff x="0" y="8677464"/>
            <a:chExt cx="7772400" cy="2105714"/>
          </a:xfrm>
        </p:grpSpPr>
        <p:sp>
          <p:nvSpPr>
            <p:cNvPr id="3" name="BG Cover">
              <a:extLst>
                <a:ext uri="{FF2B5EF4-FFF2-40B4-BE49-F238E27FC236}">
                  <a16:creationId xmlns:a16="http://schemas.microsoft.com/office/drawing/2014/main" id="{7016BD22-1BDB-5C71-B228-74DDE72BCA00}"/>
                </a:ext>
              </a:extLst>
            </p:cNvPr>
            <p:cNvSpPr/>
            <p:nvPr userDrawn="1"/>
          </p:nvSpPr>
          <p:spPr>
            <a:xfrm>
              <a:off x="0" y="9816391"/>
              <a:ext cx="7772400" cy="96678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 name="Disclaimer">
              <a:extLst>
                <a:ext uri="{FF2B5EF4-FFF2-40B4-BE49-F238E27FC236}">
                  <a16:creationId xmlns:a16="http://schemas.microsoft.com/office/drawing/2014/main" id="{781E9609-FBA7-57BF-2D09-F9229A40C9B3}"/>
                </a:ext>
              </a:extLst>
            </p:cNvPr>
            <p:cNvSpPr txBox="1"/>
            <p:nvPr userDrawn="1"/>
          </p:nvSpPr>
          <p:spPr>
            <a:xfrm>
              <a:off x="1077913" y="9759895"/>
              <a:ext cx="6181725" cy="679499"/>
            </a:xfrm>
            <a:prstGeom prst="rect">
              <a:avLst/>
            </a:prstGeom>
            <a:noFill/>
          </p:spPr>
          <p:txBody>
            <a:bodyPr wrap="square" lIns="0" tIns="0" rIns="0" bIns="0">
              <a:noAutofit/>
            </a:bodyPr>
            <a:lstStyle/>
            <a:p>
              <a:pPr algn="l">
                <a:lnSpc>
                  <a:spcPts val="1100"/>
                </a:lnSpc>
                <a:spcBef>
                  <a:spcPts val="227"/>
                </a:spcBef>
                <a:spcAft>
                  <a:spcPts val="0"/>
                </a:spcAft>
              </a:pPr>
              <a:r>
                <a:rPr lang="en-US" sz="700" dirty="0">
                  <a:solidFill>
                    <a:srgbClr val="435154"/>
                  </a:solidFill>
                  <a:latin typeface="Barlow Condensed Light" panose="00000406000000000000" pitchFamily="2" charset="0"/>
                </a:rPr>
                <a:t>© Copyright 2025 All rights reserved. Information contained herein, including projections, has been obtained from sources believed to be reliable, but has not been verified for accuracy or completeness. CBRE, Inc. makes no guarantee, warranty or representation about it. Any reliance on such information is solely at your own risk. This information is exclusively for use by CBRE clients and professionals and may not be reproduced without the prior written permission of CBRE’s Global Chief Economist.</a:t>
              </a:r>
            </a:p>
          </p:txBody>
        </p:sp>
        <p:cxnSp>
          <p:nvCxnSpPr>
            <p:cNvPr id="6" name="Footer Light Grey Line">
              <a:extLst>
                <a:ext uri="{FF2B5EF4-FFF2-40B4-BE49-F238E27FC236}">
                  <a16:creationId xmlns:a16="http://schemas.microsoft.com/office/drawing/2014/main" id="{6516F415-77A8-00F5-2F0B-968D4D4C5996}"/>
                </a:ext>
              </a:extLst>
            </p:cNvPr>
            <p:cNvCxnSpPr>
              <a:cxnSpLocks/>
            </p:cNvCxnSpPr>
            <p:nvPr userDrawn="1"/>
          </p:nvCxnSpPr>
          <p:spPr>
            <a:xfrm>
              <a:off x="1042596" y="9650730"/>
              <a:ext cx="6180646"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Contact">
              <a:extLst>
                <a:ext uri="{FF2B5EF4-FFF2-40B4-BE49-F238E27FC236}">
                  <a16:creationId xmlns:a16="http://schemas.microsoft.com/office/drawing/2014/main" id="{7D61FBD0-FFEC-049F-676A-95418D663104}"/>
                </a:ext>
              </a:extLst>
            </p:cNvPr>
            <p:cNvSpPr txBox="1"/>
            <p:nvPr userDrawn="1"/>
          </p:nvSpPr>
          <p:spPr>
            <a:xfrm>
              <a:off x="1042596" y="8677464"/>
              <a:ext cx="6181344" cy="187818"/>
            </a:xfrm>
            <a:prstGeom prst="rect">
              <a:avLst/>
            </a:prstGeom>
            <a:noFill/>
          </p:spPr>
          <p:txBody>
            <a:bodyPr wrap="square" lIns="0" tIns="0" rIns="0" bIns="0">
              <a:noAutofit/>
            </a:bodyPr>
            <a:lstStyle/>
            <a:p>
              <a:r>
                <a:rPr lang="en-US" sz="1200" dirty="0">
                  <a:solidFill>
                    <a:schemeClr val="tx1"/>
                  </a:solidFill>
                  <a:effectLst/>
                  <a:latin typeface="Calibre Medium" panose="020B0603030202060203" pitchFamily="34" charset="0"/>
                </a:rPr>
                <a:t>Contacts</a:t>
              </a:r>
            </a:p>
          </p:txBody>
        </p:sp>
      </p:grpSp>
      <p:sp>
        <p:nvSpPr>
          <p:cNvPr id="8" name="Contact Placeholder 1">
            <a:extLst>
              <a:ext uri="{FF2B5EF4-FFF2-40B4-BE49-F238E27FC236}">
                <a16:creationId xmlns:a16="http://schemas.microsoft.com/office/drawing/2014/main" id="{ACBE9849-1CBC-71E8-D5B5-B202AC8659FD}"/>
              </a:ext>
            </a:extLst>
          </p:cNvPr>
          <p:cNvSpPr>
            <a:spLocks noGrp="1"/>
          </p:cNvSpPr>
          <p:nvPr>
            <p:ph type="body" sz="quarter" idx="21"/>
          </p:nvPr>
        </p:nvSpPr>
        <p:spPr>
          <a:xfrm>
            <a:off x="1042596" y="8155150"/>
            <a:ext cx="1490472" cy="576072"/>
          </a:xfrm>
        </p:spPr>
        <p:txBody>
          <a:bodyPr/>
          <a:lstStyle>
            <a:lvl1pPr>
              <a:defRPr sz="1000">
                <a:latin typeface="+mj-lt"/>
              </a:defRPr>
            </a:lvl1pPr>
            <a:lvl2pPr>
              <a:spcBef>
                <a:spcPts val="0"/>
              </a:spcBef>
              <a:spcAft>
                <a:spcPts val="0"/>
              </a:spcAft>
              <a:defRPr sz="900">
                <a:latin typeface="Calibre Light" panose="020B0303030202060203" pitchFamily="34" charset="0"/>
              </a:defRPr>
            </a:lvl2pPr>
            <a:lvl3pPr>
              <a:defRPr sz="900">
                <a:latin typeface="Calibre Light" panose="020B0303030202060203" pitchFamily="34" charset="0"/>
              </a:defRPr>
            </a:lvl3pPr>
            <a:lvl4pPr>
              <a:defRPr sz="900">
                <a:latin typeface="Calibre Light" panose="020B0303030202060203" pitchFamily="34" charset="0"/>
              </a:defRPr>
            </a:lvl4pPr>
            <a:lvl5pPr>
              <a:defRPr sz="900">
                <a:latin typeface="Calibre Light" panose="020B0303030202060203" pitchFamily="34" charset="0"/>
              </a:defRPr>
            </a:lvl5pPr>
          </a:lstStyle>
          <a:p>
            <a:pPr lvl="0"/>
            <a:r>
              <a:rPr lang="en-US" dirty="0"/>
              <a:t>Click to edit Master text styles</a:t>
            </a:r>
          </a:p>
          <a:p>
            <a:pPr lvl="1"/>
            <a:r>
              <a:rPr lang="en-US" dirty="0"/>
              <a:t>Second level</a:t>
            </a:r>
          </a:p>
        </p:txBody>
      </p:sp>
      <p:sp>
        <p:nvSpPr>
          <p:cNvPr id="9" name="Contact Placeholder 2">
            <a:extLst>
              <a:ext uri="{FF2B5EF4-FFF2-40B4-BE49-F238E27FC236}">
                <a16:creationId xmlns:a16="http://schemas.microsoft.com/office/drawing/2014/main" id="{EA63B50D-4495-16FD-4DEB-04497EC76418}"/>
              </a:ext>
            </a:extLst>
          </p:cNvPr>
          <p:cNvSpPr>
            <a:spLocks noGrp="1"/>
          </p:cNvSpPr>
          <p:nvPr>
            <p:ph type="body" sz="quarter" idx="25"/>
          </p:nvPr>
        </p:nvSpPr>
        <p:spPr>
          <a:xfrm>
            <a:off x="2607130" y="8155150"/>
            <a:ext cx="1490472" cy="576072"/>
          </a:xfrm>
        </p:spPr>
        <p:txBody>
          <a:bodyPr/>
          <a:lstStyle>
            <a:lvl1pPr>
              <a:defRPr sz="1000">
                <a:latin typeface="+mj-lt"/>
              </a:defRPr>
            </a:lvl1pPr>
            <a:lvl2pPr>
              <a:spcBef>
                <a:spcPts val="0"/>
              </a:spcBef>
              <a:spcAft>
                <a:spcPts val="0"/>
              </a:spcAft>
              <a:defRPr sz="900">
                <a:latin typeface="Calibre Light" panose="020B0303030202060203" pitchFamily="34" charset="0"/>
              </a:defRPr>
            </a:lvl2pPr>
            <a:lvl3pPr>
              <a:defRPr sz="900">
                <a:latin typeface="Calibre Light" panose="020B0303030202060203" pitchFamily="34" charset="0"/>
              </a:defRPr>
            </a:lvl3pPr>
            <a:lvl4pPr>
              <a:defRPr sz="900">
                <a:latin typeface="Calibre Light" panose="020B0303030202060203" pitchFamily="34" charset="0"/>
              </a:defRPr>
            </a:lvl4pPr>
            <a:lvl5pPr>
              <a:defRPr sz="900">
                <a:latin typeface="Calibre Light" panose="020B0303030202060203" pitchFamily="34" charset="0"/>
              </a:defRPr>
            </a:lvl5pPr>
          </a:lstStyle>
          <a:p>
            <a:pPr lvl="0"/>
            <a:r>
              <a:rPr lang="en-US"/>
              <a:t>Click to edit Master text styles</a:t>
            </a:r>
          </a:p>
          <a:p>
            <a:pPr lvl="1"/>
            <a:r>
              <a:rPr lang="en-US"/>
              <a:t>Second level</a:t>
            </a:r>
          </a:p>
        </p:txBody>
      </p:sp>
      <p:sp>
        <p:nvSpPr>
          <p:cNvPr id="10" name="Contact Placeholder 3">
            <a:extLst>
              <a:ext uri="{FF2B5EF4-FFF2-40B4-BE49-F238E27FC236}">
                <a16:creationId xmlns:a16="http://schemas.microsoft.com/office/drawing/2014/main" id="{392238E3-2B84-4E51-A54B-E154FAEBF11B}"/>
              </a:ext>
            </a:extLst>
          </p:cNvPr>
          <p:cNvSpPr>
            <a:spLocks noGrp="1"/>
          </p:cNvSpPr>
          <p:nvPr>
            <p:ph type="body" sz="quarter" idx="26"/>
          </p:nvPr>
        </p:nvSpPr>
        <p:spPr>
          <a:xfrm>
            <a:off x="4171664" y="8155150"/>
            <a:ext cx="1490472" cy="576072"/>
          </a:xfrm>
        </p:spPr>
        <p:txBody>
          <a:bodyPr/>
          <a:lstStyle>
            <a:lvl1pPr>
              <a:defRPr sz="1000">
                <a:latin typeface="+mj-lt"/>
              </a:defRPr>
            </a:lvl1pPr>
            <a:lvl2pPr>
              <a:spcBef>
                <a:spcPts val="0"/>
              </a:spcBef>
              <a:spcAft>
                <a:spcPts val="0"/>
              </a:spcAft>
              <a:defRPr sz="900">
                <a:latin typeface="Calibre Light" panose="020B0303030202060203" pitchFamily="34" charset="0"/>
              </a:defRPr>
            </a:lvl2pPr>
            <a:lvl3pPr>
              <a:defRPr sz="900">
                <a:latin typeface="Calibre Light" panose="020B0303030202060203" pitchFamily="34" charset="0"/>
              </a:defRPr>
            </a:lvl3pPr>
            <a:lvl4pPr>
              <a:defRPr sz="900">
                <a:latin typeface="Calibre Light" panose="020B0303030202060203" pitchFamily="34" charset="0"/>
              </a:defRPr>
            </a:lvl4pPr>
            <a:lvl5pPr>
              <a:defRPr sz="900">
                <a:latin typeface="Calibre Light" panose="020B0303030202060203" pitchFamily="34" charset="0"/>
              </a:defRPr>
            </a:lvl5pPr>
          </a:lstStyle>
          <a:p>
            <a:pPr lvl="0"/>
            <a:r>
              <a:rPr lang="en-US"/>
              <a:t>Click to edit Master text styles</a:t>
            </a:r>
          </a:p>
          <a:p>
            <a:pPr lvl="1"/>
            <a:r>
              <a:rPr lang="en-US"/>
              <a:t>Second level</a:t>
            </a:r>
          </a:p>
        </p:txBody>
      </p:sp>
      <p:sp>
        <p:nvSpPr>
          <p:cNvPr id="11" name="Contact Placeholder 4">
            <a:extLst>
              <a:ext uri="{FF2B5EF4-FFF2-40B4-BE49-F238E27FC236}">
                <a16:creationId xmlns:a16="http://schemas.microsoft.com/office/drawing/2014/main" id="{AD11F75D-74F4-0FF5-E4A9-AAE809FD8F9B}"/>
              </a:ext>
            </a:extLst>
          </p:cNvPr>
          <p:cNvSpPr>
            <a:spLocks noGrp="1"/>
          </p:cNvSpPr>
          <p:nvPr>
            <p:ph type="body" sz="quarter" idx="27"/>
          </p:nvPr>
        </p:nvSpPr>
        <p:spPr>
          <a:xfrm>
            <a:off x="5736199" y="8155150"/>
            <a:ext cx="1490472" cy="576072"/>
          </a:xfrm>
        </p:spPr>
        <p:txBody>
          <a:bodyPr/>
          <a:lstStyle>
            <a:lvl1pPr>
              <a:defRPr sz="1000">
                <a:latin typeface="+mj-lt"/>
              </a:defRPr>
            </a:lvl1pPr>
            <a:lvl2pPr>
              <a:spcBef>
                <a:spcPts val="0"/>
              </a:spcBef>
              <a:spcAft>
                <a:spcPts val="0"/>
              </a:spcAft>
              <a:defRPr sz="900">
                <a:latin typeface="Calibre Light" panose="020B0303030202060203" pitchFamily="34" charset="0"/>
              </a:defRPr>
            </a:lvl2pPr>
            <a:lvl3pPr>
              <a:defRPr sz="900">
                <a:latin typeface="Calibre Light" panose="020B0303030202060203" pitchFamily="34" charset="0"/>
              </a:defRPr>
            </a:lvl3pPr>
            <a:lvl4pPr>
              <a:defRPr sz="900">
                <a:latin typeface="Calibre Light" panose="020B0303030202060203" pitchFamily="34" charset="0"/>
              </a:defRPr>
            </a:lvl4pPr>
            <a:lvl5pPr>
              <a:defRPr sz="900">
                <a:latin typeface="Calibre Light" panose="020B0303030202060203"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518458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572F1C02-6D9B-1343-88FB-B834724FFA30}"/>
              </a:ext>
            </a:extLst>
          </p:cNvPr>
          <p:cNvSpPr>
            <a:spLocks noGrp="1"/>
          </p:cNvSpPr>
          <p:nvPr userDrawn="1">
            <p:ph type="title"/>
          </p:nvPr>
        </p:nvSpPr>
        <p:spPr>
          <a:xfrm>
            <a:off x="1077914" y="963123"/>
            <a:ext cx="6181726" cy="669081"/>
          </a:xfrm>
          <a:prstGeom prst="rect">
            <a:avLst/>
          </a:prstGeom>
        </p:spPr>
        <p:txBody>
          <a:bodyPr vert="horz" lIns="0" tIns="0" rIns="0" bIns="0" rtlCol="0" anchor="b" anchorCtr="0">
            <a:noAutofit/>
          </a:bodyPr>
          <a:lstStyle/>
          <a:p>
            <a:r>
              <a:rPr lang="en-US"/>
              <a:t>Click to edit Master title style</a:t>
            </a:r>
            <a:endParaRPr lang="en-US" dirty="0"/>
          </a:p>
        </p:txBody>
      </p:sp>
      <p:grpSp>
        <p:nvGrpSpPr>
          <p:cNvPr id="60" name="Grid" hidden="1">
            <a:extLst>
              <a:ext uri="{FF2B5EF4-FFF2-40B4-BE49-F238E27FC236}">
                <a16:creationId xmlns:a16="http://schemas.microsoft.com/office/drawing/2014/main" id="{53F6F57A-B9D5-4C49-80D5-EE46CB1B37A6}"/>
              </a:ext>
            </a:extLst>
          </p:cNvPr>
          <p:cNvGrpSpPr/>
          <p:nvPr userDrawn="1"/>
        </p:nvGrpSpPr>
        <p:grpSpPr>
          <a:xfrm>
            <a:off x="0" y="0"/>
            <a:ext cx="7772400" cy="10058400"/>
            <a:chOff x="0" y="0"/>
            <a:chExt cx="7772400" cy="10058400"/>
          </a:xfrm>
        </p:grpSpPr>
        <p:sp>
          <p:nvSpPr>
            <p:cNvPr id="32" name="Rectangle 31">
              <a:extLst>
                <a:ext uri="{FF2B5EF4-FFF2-40B4-BE49-F238E27FC236}">
                  <a16:creationId xmlns:a16="http://schemas.microsoft.com/office/drawing/2014/main" id="{269481D6-5699-4035-B472-E5647858E11D}"/>
                </a:ext>
              </a:extLst>
            </p:cNvPr>
            <p:cNvSpPr/>
            <p:nvPr userDrawn="1"/>
          </p:nvSpPr>
          <p:spPr>
            <a:xfrm>
              <a:off x="0" y="9546336"/>
              <a:ext cx="1078992"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 name="Rectangle 2">
              <a:extLst>
                <a:ext uri="{FF2B5EF4-FFF2-40B4-BE49-F238E27FC236}">
                  <a16:creationId xmlns:a16="http://schemas.microsoft.com/office/drawing/2014/main" id="{AF489FD8-5B02-41FE-BB91-73F36365551D}"/>
                </a:ext>
              </a:extLst>
            </p:cNvPr>
            <p:cNvSpPr/>
            <p:nvPr userDrawn="1"/>
          </p:nvSpPr>
          <p:spPr>
            <a:xfrm>
              <a:off x="0" y="0"/>
              <a:ext cx="1078992"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1" name="Rectangle 30">
              <a:extLst>
                <a:ext uri="{FF2B5EF4-FFF2-40B4-BE49-F238E27FC236}">
                  <a16:creationId xmlns:a16="http://schemas.microsoft.com/office/drawing/2014/main" id="{DC0A55CE-558F-4D55-9FB3-F873E787F6B7}"/>
                </a:ext>
              </a:extLst>
            </p:cNvPr>
            <p:cNvSpPr/>
            <p:nvPr userDrawn="1"/>
          </p:nvSpPr>
          <p:spPr>
            <a:xfrm>
              <a:off x="7260336" y="0"/>
              <a:ext cx="512064"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3" name="Rectangle 32">
              <a:extLst>
                <a:ext uri="{FF2B5EF4-FFF2-40B4-BE49-F238E27FC236}">
                  <a16:creationId xmlns:a16="http://schemas.microsoft.com/office/drawing/2014/main" id="{2B4BC15B-4D4F-4454-9014-86442C9D6FB2}"/>
                </a:ext>
              </a:extLst>
            </p:cNvPr>
            <p:cNvSpPr/>
            <p:nvPr userDrawn="1"/>
          </p:nvSpPr>
          <p:spPr>
            <a:xfrm>
              <a:off x="6216396" y="0"/>
              <a:ext cx="82296"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4" name="Rectangle 33">
              <a:extLst>
                <a:ext uri="{FF2B5EF4-FFF2-40B4-BE49-F238E27FC236}">
                  <a16:creationId xmlns:a16="http://schemas.microsoft.com/office/drawing/2014/main" id="{1FA11F77-15F8-4ED1-875A-03DD39A8F580}"/>
                </a:ext>
              </a:extLst>
            </p:cNvPr>
            <p:cNvSpPr/>
            <p:nvPr userDrawn="1"/>
          </p:nvSpPr>
          <p:spPr>
            <a:xfrm>
              <a:off x="5172456" y="0"/>
              <a:ext cx="82296"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5" name="Rectangle 34">
              <a:extLst>
                <a:ext uri="{FF2B5EF4-FFF2-40B4-BE49-F238E27FC236}">
                  <a16:creationId xmlns:a16="http://schemas.microsoft.com/office/drawing/2014/main" id="{5FCAC5D4-FC94-4888-8FB5-B054828FD8F8}"/>
                </a:ext>
              </a:extLst>
            </p:cNvPr>
            <p:cNvSpPr/>
            <p:nvPr userDrawn="1"/>
          </p:nvSpPr>
          <p:spPr>
            <a:xfrm>
              <a:off x="4128516" y="0"/>
              <a:ext cx="82296"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7" name="Rectangle 36">
              <a:extLst>
                <a:ext uri="{FF2B5EF4-FFF2-40B4-BE49-F238E27FC236}">
                  <a16:creationId xmlns:a16="http://schemas.microsoft.com/office/drawing/2014/main" id="{6248E508-E9BA-4BE9-81C4-BCA541971516}"/>
                </a:ext>
              </a:extLst>
            </p:cNvPr>
            <p:cNvSpPr/>
            <p:nvPr userDrawn="1"/>
          </p:nvSpPr>
          <p:spPr>
            <a:xfrm>
              <a:off x="3084576" y="0"/>
              <a:ext cx="82296"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8" name="Rectangle 37">
              <a:extLst>
                <a:ext uri="{FF2B5EF4-FFF2-40B4-BE49-F238E27FC236}">
                  <a16:creationId xmlns:a16="http://schemas.microsoft.com/office/drawing/2014/main" id="{ED0D03E2-22BA-4ED9-9D29-46216FB38B15}"/>
                </a:ext>
              </a:extLst>
            </p:cNvPr>
            <p:cNvSpPr/>
            <p:nvPr userDrawn="1"/>
          </p:nvSpPr>
          <p:spPr>
            <a:xfrm>
              <a:off x="2040636" y="0"/>
              <a:ext cx="82296"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0" name="Rectangle 39">
              <a:extLst>
                <a:ext uri="{FF2B5EF4-FFF2-40B4-BE49-F238E27FC236}">
                  <a16:creationId xmlns:a16="http://schemas.microsoft.com/office/drawing/2014/main" id="{AC47FD53-7C8E-4775-AA08-AF885F613C7A}"/>
                </a:ext>
              </a:extLst>
            </p:cNvPr>
            <p:cNvSpPr/>
            <p:nvPr userDrawn="1"/>
          </p:nvSpPr>
          <p:spPr>
            <a:xfrm>
              <a:off x="0" y="9010072"/>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1" name="Rectangle 40">
              <a:extLst>
                <a:ext uri="{FF2B5EF4-FFF2-40B4-BE49-F238E27FC236}">
                  <a16:creationId xmlns:a16="http://schemas.microsoft.com/office/drawing/2014/main" id="{A9E8E4EA-5846-4AFF-97C7-97F673003C73}"/>
                </a:ext>
              </a:extLst>
            </p:cNvPr>
            <p:cNvSpPr/>
            <p:nvPr userDrawn="1"/>
          </p:nvSpPr>
          <p:spPr>
            <a:xfrm>
              <a:off x="0" y="7937534"/>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2" name="Rectangle 41">
              <a:extLst>
                <a:ext uri="{FF2B5EF4-FFF2-40B4-BE49-F238E27FC236}">
                  <a16:creationId xmlns:a16="http://schemas.microsoft.com/office/drawing/2014/main" id="{204D610E-9218-40DA-A909-37724458B91A}"/>
                </a:ext>
              </a:extLst>
            </p:cNvPr>
            <p:cNvSpPr/>
            <p:nvPr userDrawn="1"/>
          </p:nvSpPr>
          <p:spPr>
            <a:xfrm>
              <a:off x="0" y="6328727"/>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3" name="Rectangle 42">
              <a:extLst>
                <a:ext uri="{FF2B5EF4-FFF2-40B4-BE49-F238E27FC236}">
                  <a16:creationId xmlns:a16="http://schemas.microsoft.com/office/drawing/2014/main" id="{0168C7C0-B732-4DDA-B4B6-0E06C2F3587F}"/>
                </a:ext>
              </a:extLst>
            </p:cNvPr>
            <p:cNvSpPr/>
            <p:nvPr userDrawn="1"/>
          </p:nvSpPr>
          <p:spPr>
            <a:xfrm>
              <a:off x="0" y="4183651"/>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4" name="Rectangle 43">
              <a:extLst>
                <a:ext uri="{FF2B5EF4-FFF2-40B4-BE49-F238E27FC236}">
                  <a16:creationId xmlns:a16="http://schemas.microsoft.com/office/drawing/2014/main" id="{DC9B44EA-1B57-43A5-9898-3B8357E24922}"/>
                </a:ext>
              </a:extLst>
            </p:cNvPr>
            <p:cNvSpPr/>
            <p:nvPr userDrawn="1"/>
          </p:nvSpPr>
          <p:spPr>
            <a:xfrm>
              <a:off x="0" y="7401265"/>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5" name="Rectangle 44">
              <a:extLst>
                <a:ext uri="{FF2B5EF4-FFF2-40B4-BE49-F238E27FC236}">
                  <a16:creationId xmlns:a16="http://schemas.microsoft.com/office/drawing/2014/main" id="{48660199-82E8-4CE9-A642-BCF5C408DFFA}"/>
                </a:ext>
              </a:extLst>
            </p:cNvPr>
            <p:cNvSpPr/>
            <p:nvPr userDrawn="1"/>
          </p:nvSpPr>
          <p:spPr>
            <a:xfrm>
              <a:off x="0" y="5256189"/>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6" name="Rectangle 45">
              <a:extLst>
                <a:ext uri="{FF2B5EF4-FFF2-40B4-BE49-F238E27FC236}">
                  <a16:creationId xmlns:a16="http://schemas.microsoft.com/office/drawing/2014/main" id="{EDF13574-8566-4393-B739-3F087FB22C5E}"/>
                </a:ext>
              </a:extLst>
            </p:cNvPr>
            <p:cNvSpPr/>
            <p:nvPr userDrawn="1"/>
          </p:nvSpPr>
          <p:spPr>
            <a:xfrm>
              <a:off x="0" y="3111113"/>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7" name="Rectangle 46">
              <a:extLst>
                <a:ext uri="{FF2B5EF4-FFF2-40B4-BE49-F238E27FC236}">
                  <a16:creationId xmlns:a16="http://schemas.microsoft.com/office/drawing/2014/main" id="{7072D6C6-4533-44A6-956A-38B8BE259D97}"/>
                </a:ext>
              </a:extLst>
            </p:cNvPr>
            <p:cNvSpPr/>
            <p:nvPr userDrawn="1"/>
          </p:nvSpPr>
          <p:spPr>
            <a:xfrm>
              <a:off x="0" y="1502306"/>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8" name="Rectangle 47">
              <a:extLst>
                <a:ext uri="{FF2B5EF4-FFF2-40B4-BE49-F238E27FC236}">
                  <a16:creationId xmlns:a16="http://schemas.microsoft.com/office/drawing/2014/main" id="{1CA8589D-60D1-469F-A955-65307EC3A807}"/>
                </a:ext>
              </a:extLst>
            </p:cNvPr>
            <p:cNvSpPr/>
            <p:nvPr userDrawn="1"/>
          </p:nvSpPr>
          <p:spPr>
            <a:xfrm>
              <a:off x="0" y="8473803"/>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9" name="Rectangle 48">
              <a:extLst>
                <a:ext uri="{FF2B5EF4-FFF2-40B4-BE49-F238E27FC236}">
                  <a16:creationId xmlns:a16="http://schemas.microsoft.com/office/drawing/2014/main" id="{C83278AC-D2CF-4F48-96F5-8C058F70977D}"/>
                </a:ext>
              </a:extLst>
            </p:cNvPr>
            <p:cNvSpPr/>
            <p:nvPr userDrawn="1"/>
          </p:nvSpPr>
          <p:spPr>
            <a:xfrm>
              <a:off x="0" y="6864996"/>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0" name="Rectangle 49">
              <a:extLst>
                <a:ext uri="{FF2B5EF4-FFF2-40B4-BE49-F238E27FC236}">
                  <a16:creationId xmlns:a16="http://schemas.microsoft.com/office/drawing/2014/main" id="{75187374-C708-4569-8A13-F465FAE4F7D7}"/>
                </a:ext>
              </a:extLst>
            </p:cNvPr>
            <p:cNvSpPr/>
            <p:nvPr userDrawn="1"/>
          </p:nvSpPr>
          <p:spPr>
            <a:xfrm>
              <a:off x="0" y="4719920"/>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1" name="Rectangle 50">
              <a:extLst>
                <a:ext uri="{FF2B5EF4-FFF2-40B4-BE49-F238E27FC236}">
                  <a16:creationId xmlns:a16="http://schemas.microsoft.com/office/drawing/2014/main" id="{98F06EBE-E4A3-4B57-B55E-C4DCDFC73C3C}"/>
                </a:ext>
              </a:extLst>
            </p:cNvPr>
            <p:cNvSpPr/>
            <p:nvPr userDrawn="1"/>
          </p:nvSpPr>
          <p:spPr>
            <a:xfrm>
              <a:off x="0" y="2574844"/>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2" name="Rectangle 51">
              <a:extLst>
                <a:ext uri="{FF2B5EF4-FFF2-40B4-BE49-F238E27FC236}">
                  <a16:creationId xmlns:a16="http://schemas.microsoft.com/office/drawing/2014/main" id="{587AB565-46CC-4219-8691-53334E99DDD8}"/>
                </a:ext>
              </a:extLst>
            </p:cNvPr>
            <p:cNvSpPr/>
            <p:nvPr userDrawn="1"/>
          </p:nvSpPr>
          <p:spPr>
            <a:xfrm>
              <a:off x="0" y="5792458"/>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3" name="Rectangle 52">
              <a:extLst>
                <a:ext uri="{FF2B5EF4-FFF2-40B4-BE49-F238E27FC236}">
                  <a16:creationId xmlns:a16="http://schemas.microsoft.com/office/drawing/2014/main" id="{557DE370-E68F-4D74-85E8-BC71EB6D8A23}"/>
                </a:ext>
              </a:extLst>
            </p:cNvPr>
            <p:cNvSpPr/>
            <p:nvPr userDrawn="1"/>
          </p:nvSpPr>
          <p:spPr>
            <a:xfrm>
              <a:off x="0" y="3647382"/>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4" name="Rectangle 53">
              <a:extLst>
                <a:ext uri="{FF2B5EF4-FFF2-40B4-BE49-F238E27FC236}">
                  <a16:creationId xmlns:a16="http://schemas.microsoft.com/office/drawing/2014/main" id="{A8E10E42-CDA7-4C2E-B16B-10E2987E3644}"/>
                </a:ext>
              </a:extLst>
            </p:cNvPr>
            <p:cNvSpPr/>
            <p:nvPr userDrawn="1"/>
          </p:nvSpPr>
          <p:spPr>
            <a:xfrm>
              <a:off x="0" y="2038575"/>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5" name="Rectangle 54">
              <a:extLst>
                <a:ext uri="{FF2B5EF4-FFF2-40B4-BE49-F238E27FC236}">
                  <a16:creationId xmlns:a16="http://schemas.microsoft.com/office/drawing/2014/main" id="{347DAEE7-3A36-445F-87B2-199157C1DDF8}"/>
                </a:ext>
              </a:extLst>
            </p:cNvPr>
            <p:cNvSpPr/>
            <p:nvPr userDrawn="1"/>
          </p:nvSpPr>
          <p:spPr>
            <a:xfrm>
              <a:off x="0" y="966037"/>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grpSp>
        <p:nvGrpSpPr>
          <p:cNvPr id="66" name="RULER">
            <a:extLst>
              <a:ext uri="{FF2B5EF4-FFF2-40B4-BE49-F238E27FC236}">
                <a16:creationId xmlns:a16="http://schemas.microsoft.com/office/drawing/2014/main" id="{527EEE64-6DB4-4E4A-87B6-ABF24BE1B6B9}"/>
              </a:ext>
            </a:extLst>
          </p:cNvPr>
          <p:cNvGrpSpPr/>
          <p:nvPr userDrawn="1"/>
        </p:nvGrpSpPr>
        <p:grpSpPr>
          <a:xfrm>
            <a:off x="0" y="-342900"/>
            <a:ext cx="7772400" cy="228600"/>
            <a:chOff x="0" y="-482027"/>
            <a:chExt cx="7772400" cy="228600"/>
          </a:xfrm>
        </p:grpSpPr>
        <p:sp>
          <p:nvSpPr>
            <p:cNvPr id="24" name="Ruler BG">
              <a:extLst>
                <a:ext uri="{FF2B5EF4-FFF2-40B4-BE49-F238E27FC236}">
                  <a16:creationId xmlns:a16="http://schemas.microsoft.com/office/drawing/2014/main" id="{D4A976FE-03B3-4033-BA40-19C6521C450E}"/>
                </a:ext>
              </a:extLst>
            </p:cNvPr>
            <p:cNvSpPr/>
            <p:nvPr userDrawn="1"/>
          </p:nvSpPr>
          <p:spPr>
            <a:xfrm>
              <a:off x="0" y="-482027"/>
              <a:ext cx="77724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38"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25" name="Rectangle 24">
              <a:extLst>
                <a:ext uri="{FF2B5EF4-FFF2-40B4-BE49-F238E27FC236}">
                  <a16:creationId xmlns:a16="http://schemas.microsoft.com/office/drawing/2014/main" id="{821CC617-2182-43FD-8A28-5778F05D175A}"/>
                </a:ext>
              </a:extLst>
            </p:cNvPr>
            <p:cNvSpPr/>
            <p:nvPr userDrawn="1"/>
          </p:nvSpPr>
          <p:spPr>
            <a:xfrm>
              <a:off x="1077911" y="-395159"/>
              <a:ext cx="4094545"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1" dirty="0">
                  <a:solidFill>
                    <a:srgbClr val="3E7CA6"/>
                  </a:solidFill>
                  <a:latin typeface="Calibre Medium" panose="020B0603030202060203" pitchFamily="34" charset="0"/>
                </a:rPr>
                <a:t>Text column = 4.48”</a:t>
              </a:r>
            </a:p>
          </p:txBody>
        </p:sp>
        <p:sp>
          <p:nvSpPr>
            <p:cNvPr id="26" name="Rectangle 25">
              <a:extLst>
                <a:ext uri="{FF2B5EF4-FFF2-40B4-BE49-F238E27FC236}">
                  <a16:creationId xmlns:a16="http://schemas.microsoft.com/office/drawing/2014/main" id="{ECFDAAAB-6C77-44D2-AC46-A5218FD98A18}"/>
                </a:ext>
              </a:extLst>
            </p:cNvPr>
            <p:cNvSpPr/>
            <p:nvPr userDrawn="1"/>
          </p:nvSpPr>
          <p:spPr>
            <a:xfrm>
              <a:off x="5769515" y="-395159"/>
              <a:ext cx="1490472"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1" dirty="0">
                  <a:solidFill>
                    <a:schemeClr val="tx1"/>
                  </a:solidFill>
                  <a:latin typeface="Calibre Medium" panose="020B0603030202060203" pitchFamily="34" charset="0"/>
                </a:rPr>
                <a:t>Call-outs column = 1.63”</a:t>
              </a:r>
            </a:p>
          </p:txBody>
        </p:sp>
      </p:grpSp>
      <p:sp>
        <p:nvSpPr>
          <p:cNvPr id="8" name="Page #">
            <a:extLst>
              <a:ext uri="{FF2B5EF4-FFF2-40B4-BE49-F238E27FC236}">
                <a16:creationId xmlns:a16="http://schemas.microsoft.com/office/drawing/2014/main" id="{E3D89ED0-4100-41CA-A052-6711ED3958C5}"/>
              </a:ext>
            </a:extLst>
          </p:cNvPr>
          <p:cNvSpPr txBox="1"/>
          <p:nvPr userDrawn="1"/>
        </p:nvSpPr>
        <p:spPr>
          <a:xfrm>
            <a:off x="228600" y="9601200"/>
            <a:ext cx="322244" cy="180563"/>
          </a:xfrm>
          <a:prstGeom prst="rect">
            <a:avLst/>
          </a:prstGeom>
          <a:noFill/>
          <a:ln>
            <a:noFill/>
          </a:ln>
        </p:spPr>
        <p:txBody>
          <a:bodyPr wrap="square" lIns="0" tIns="0" rIns="0" bIns="0" anchor="b" anchorCtr="0">
            <a:noAutofit/>
          </a:bodyPr>
          <a:lstStyle/>
          <a:p>
            <a:pPr marL="0" algn="l" defTabSz="777279" rtl="0" eaLnBrk="1" latinLnBrk="0" hangingPunct="1"/>
            <a:fld id="{1C89B4D1-E1CE-4E79-B913-C04DDECCCBCD}" type="slidenum">
              <a:rPr lang="en-US" sz="800" b="0" kern="1200" cap="all" baseline="0" smtClean="0">
                <a:solidFill>
                  <a:schemeClr val="tx1"/>
                </a:solidFill>
                <a:latin typeface="Calibre Light" panose="020B0303030202060203" pitchFamily="34" charset="0"/>
                <a:ea typeface="+mn-ea"/>
                <a:cs typeface="+mn-cs"/>
              </a:rPr>
              <a:pPr marL="0" algn="l" defTabSz="777279" rtl="0" eaLnBrk="1" latinLnBrk="0" hangingPunct="1"/>
              <a:t>‹#›</a:t>
            </a:fld>
            <a:endParaRPr lang="en-US" sz="800" b="0" kern="1200" cap="all" baseline="0" dirty="0">
              <a:solidFill>
                <a:schemeClr val="tx1"/>
              </a:solidFill>
              <a:latin typeface="Calibre Light" panose="020B0303030202060203" pitchFamily="34" charset="0"/>
              <a:ea typeface="+mn-ea"/>
              <a:cs typeface="+mn-cs"/>
            </a:endParaRPr>
          </a:p>
        </p:txBody>
      </p:sp>
      <p:cxnSp>
        <p:nvCxnSpPr>
          <p:cNvPr id="5" name="Header Light Grey Line">
            <a:extLst>
              <a:ext uri="{FF2B5EF4-FFF2-40B4-BE49-F238E27FC236}">
                <a16:creationId xmlns:a16="http://schemas.microsoft.com/office/drawing/2014/main" id="{586BE218-EF44-4DFB-9CAE-68D249F0C29C}"/>
              </a:ext>
            </a:extLst>
          </p:cNvPr>
          <p:cNvCxnSpPr>
            <a:cxnSpLocks/>
          </p:cNvCxnSpPr>
          <p:nvPr userDrawn="1"/>
        </p:nvCxnSpPr>
        <p:spPr>
          <a:xfrm>
            <a:off x="990600" y="685800"/>
            <a:ext cx="6310312"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1">
            <a:extLst>
              <a:ext uri="{FF2B5EF4-FFF2-40B4-BE49-F238E27FC236}">
                <a16:creationId xmlns:a16="http://schemas.microsoft.com/office/drawing/2014/main" id="{2593EE55-8927-4040-B221-77F9998365E8}"/>
              </a:ext>
            </a:extLst>
          </p:cNvPr>
          <p:cNvSpPr>
            <a:spLocks noGrp="1"/>
          </p:cNvSpPr>
          <p:nvPr userDrawn="1">
            <p:ph type="body" idx="1"/>
          </p:nvPr>
        </p:nvSpPr>
        <p:spPr>
          <a:xfrm>
            <a:off x="1078991" y="2655888"/>
            <a:ext cx="6180647" cy="6353174"/>
          </a:xfrm>
          <a:prstGeom prst="rect">
            <a:avLst/>
          </a:prstGeom>
        </p:spPr>
        <p:txBody>
          <a:bodyPr vert="horz" lIns="0" tIns="0" rIns="0" bIns="0" rtlCol="0">
            <a:noAutofit/>
          </a:bodyPr>
          <a:lstStyle/>
          <a:p>
            <a:pPr lvl="0"/>
            <a:r>
              <a:rPr lang="en-US" dirty="0"/>
              <a:t>Heading 1</a:t>
            </a:r>
          </a:p>
          <a:p>
            <a:pPr lvl="1"/>
            <a:r>
              <a:rPr lang="en-US" dirty="0"/>
              <a:t>Heading 2</a:t>
            </a:r>
          </a:p>
          <a:p>
            <a:pPr lvl="2"/>
            <a:r>
              <a:rPr lang="en-US" dirty="0"/>
              <a:t>Subhead A</a:t>
            </a:r>
          </a:p>
          <a:p>
            <a:pPr lvl="3"/>
            <a:r>
              <a:rPr lang="en-US" dirty="0"/>
              <a:t>Body Text</a:t>
            </a:r>
          </a:p>
          <a:p>
            <a:pPr lvl="4"/>
            <a:r>
              <a:rPr lang="en-US" dirty="0"/>
              <a:t>Body Bullet 1</a:t>
            </a:r>
          </a:p>
          <a:p>
            <a:pPr lvl="5"/>
            <a:r>
              <a:rPr lang="en-US" dirty="0"/>
              <a:t>Subhead B</a:t>
            </a:r>
          </a:p>
          <a:p>
            <a:pPr lvl="6"/>
            <a:r>
              <a:rPr lang="en-US" dirty="0"/>
              <a:t>Caption</a:t>
            </a:r>
          </a:p>
          <a:p>
            <a:pPr lvl="7"/>
            <a:r>
              <a:rPr lang="en-US" dirty="0"/>
              <a:t>Caption copy</a:t>
            </a:r>
          </a:p>
          <a:p>
            <a:pPr lvl="8"/>
            <a:r>
              <a:rPr lang="en-US" dirty="0"/>
              <a:t>Caption bullet</a:t>
            </a:r>
          </a:p>
        </p:txBody>
      </p:sp>
      <p:sp>
        <p:nvSpPr>
          <p:cNvPr id="56" name="Rectangle 55">
            <a:extLst>
              <a:ext uri="{FF2B5EF4-FFF2-40B4-BE49-F238E27FC236}">
                <a16:creationId xmlns:a16="http://schemas.microsoft.com/office/drawing/2014/main" id="{B1B4481E-B76F-4117-9D8D-F1113ECFA193}"/>
              </a:ext>
            </a:extLst>
          </p:cNvPr>
          <p:cNvSpPr/>
          <p:nvPr userDrawn="1"/>
        </p:nvSpPr>
        <p:spPr>
          <a:xfrm>
            <a:off x="-1143000" y="354500"/>
            <a:ext cx="956862" cy="8647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l">
              <a:spcBef>
                <a:spcPts val="0"/>
              </a:spcBef>
              <a:spcAft>
                <a:spcPts val="600"/>
              </a:spcAft>
            </a:pPr>
            <a:r>
              <a:rPr lang="en-US" sz="1000" b="1" i="0" dirty="0">
                <a:solidFill>
                  <a:schemeClr val="bg1"/>
                </a:solidFill>
                <a:latin typeface="Calibre Semibold" panose="020B0503030202060203" pitchFamily="34" charset="77"/>
              </a:rPr>
              <a:t>Theme</a:t>
            </a:r>
          </a:p>
          <a:p>
            <a:pPr marL="0" algn="l" eaLnBrk="1" hangingPunct="1">
              <a:spcBef>
                <a:spcPts val="0"/>
              </a:spcBef>
              <a:spcAft>
                <a:spcPts val="600"/>
              </a:spcAft>
            </a:pPr>
            <a:r>
              <a:rPr lang="en-US" sz="973" dirty="0">
                <a:solidFill>
                  <a:schemeClr val="bg1"/>
                </a:solidFill>
                <a:latin typeface="+mn-lt"/>
                <a:ea typeface="+mn-ea"/>
                <a:cs typeface="+mn-cs"/>
              </a:rPr>
              <a:t>Update accordingly on Master Slide</a:t>
            </a:r>
          </a:p>
        </p:txBody>
      </p:sp>
      <p:sp>
        <p:nvSpPr>
          <p:cNvPr id="57" name="Rectangle 56">
            <a:extLst>
              <a:ext uri="{FF2B5EF4-FFF2-40B4-BE49-F238E27FC236}">
                <a16:creationId xmlns:a16="http://schemas.microsoft.com/office/drawing/2014/main" id="{E994606B-2AC1-47C1-9FA8-FCFFC62DCFB1}"/>
              </a:ext>
            </a:extLst>
          </p:cNvPr>
          <p:cNvSpPr/>
          <p:nvPr userDrawn="1"/>
        </p:nvSpPr>
        <p:spPr>
          <a:xfrm>
            <a:off x="8077200" y="354500"/>
            <a:ext cx="956862" cy="8647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l">
              <a:spcBef>
                <a:spcPts val="0"/>
              </a:spcBef>
              <a:spcAft>
                <a:spcPts val="600"/>
              </a:spcAft>
            </a:pPr>
            <a:r>
              <a:rPr lang="en-US" sz="1000" b="1" i="0" dirty="0">
                <a:solidFill>
                  <a:schemeClr val="bg1"/>
                </a:solidFill>
                <a:latin typeface="Calibre Semibold" panose="020B0503030202060203" pitchFamily="34" charset="77"/>
              </a:rPr>
              <a:t>Brief Title</a:t>
            </a:r>
          </a:p>
          <a:p>
            <a:pPr marL="0" algn="l" eaLnBrk="1" hangingPunct="1">
              <a:spcBef>
                <a:spcPts val="0"/>
              </a:spcBef>
              <a:spcAft>
                <a:spcPts val="600"/>
              </a:spcAft>
            </a:pPr>
            <a:r>
              <a:rPr lang="en-US" sz="973" dirty="0">
                <a:solidFill>
                  <a:schemeClr val="bg1"/>
                </a:solidFill>
                <a:latin typeface="+mn-lt"/>
                <a:ea typeface="+mn-ea"/>
                <a:cs typeface="+mn-cs"/>
              </a:rPr>
              <a:t>Update accordingly on Master Slide</a:t>
            </a:r>
          </a:p>
        </p:txBody>
      </p:sp>
      <p:sp>
        <p:nvSpPr>
          <p:cNvPr id="2" name="slide_master_market_sector_period_header_text">
            <a:extLst>
              <a:ext uri="{FF2B5EF4-FFF2-40B4-BE49-F238E27FC236}">
                <a16:creationId xmlns:a16="http://schemas.microsoft.com/office/drawing/2014/main" id="{C45D1639-9043-1D2B-52BE-14172B6CEF67}"/>
              </a:ext>
            </a:extLst>
          </p:cNvPr>
          <p:cNvSpPr txBox="1">
            <a:spLocks/>
          </p:cNvSpPr>
          <p:nvPr userDrawn="1"/>
        </p:nvSpPr>
        <p:spPr>
          <a:xfrm>
            <a:off x="1042596" y="292423"/>
            <a:ext cx="4527550" cy="276226"/>
          </a:xfrm>
          <a:prstGeom prst="rect">
            <a:avLst/>
          </a:prstGeom>
        </p:spPr>
        <p:txBody>
          <a:bodyPr vert="horz" wrap="square" lIns="0" tIns="0" rIns="0" bIns="0"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900" dirty="0">
                <a:solidFill>
                  <a:srgbClr val="435254"/>
                </a:solidFill>
                <a:latin typeface="Calibre Light" panose="020B0303030202060203" pitchFamily="34" charset="77"/>
              </a:rPr>
              <a:t>SNAPSHOT | [MARKET] [SECTOR] | Q4 2024</a:t>
            </a:r>
          </a:p>
        </p:txBody>
      </p:sp>
    </p:spTree>
    <p:extLst>
      <p:ext uri="{BB962C8B-B14F-4D97-AF65-F5344CB8AC3E}">
        <p14:creationId xmlns:p14="http://schemas.microsoft.com/office/powerpoint/2010/main" val="28472160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hdr="0" dt="0"/>
  <p:txStyles>
    <p:titleStyle>
      <a:lvl1pPr eaLnBrk="1" hangingPunct="1">
        <a:lnSpc>
          <a:spcPct val="90000"/>
        </a:lnSpc>
        <a:defRPr sz="3740" b="0" i="0">
          <a:solidFill>
            <a:schemeClr val="accent6"/>
          </a:solidFill>
          <a:latin typeface="+mj-lt"/>
          <a:ea typeface="+mj-ea"/>
          <a:cs typeface="+mj-cs"/>
        </a:defRPr>
      </a:lvl1pPr>
    </p:titleStyle>
    <p:bodyStyle>
      <a:lvl1pPr marL="0" eaLnBrk="1" hangingPunct="1">
        <a:spcBef>
          <a:spcPts val="1530"/>
        </a:spcBef>
        <a:spcAft>
          <a:spcPts val="0"/>
        </a:spcAft>
        <a:defRPr sz="1600">
          <a:solidFill>
            <a:schemeClr val="tx1"/>
          </a:solidFill>
          <a:latin typeface="+mj-lt"/>
          <a:ea typeface="+mn-ea"/>
          <a:cs typeface="+mn-cs"/>
        </a:defRPr>
      </a:lvl1pPr>
      <a:lvl2pPr marL="0" indent="0" eaLnBrk="1" hangingPunct="1">
        <a:spcBef>
          <a:spcPts val="1020"/>
        </a:spcBef>
        <a:spcAft>
          <a:spcPts val="255"/>
        </a:spcAft>
        <a:defRPr sz="1600" b="0" i="0">
          <a:solidFill>
            <a:schemeClr val="tx1"/>
          </a:solidFill>
          <a:latin typeface="Calibre Light" panose="020B0303030202060203" pitchFamily="34" charset="77"/>
          <a:ea typeface="+mn-ea"/>
          <a:cs typeface="+mn-cs"/>
        </a:defRPr>
      </a:lvl2pPr>
      <a:lvl3pPr marL="0" indent="0" eaLnBrk="1" hangingPunct="1">
        <a:spcBef>
          <a:spcPts val="1020"/>
        </a:spcBef>
        <a:spcAft>
          <a:spcPts val="0"/>
        </a:spcAft>
        <a:defRPr sz="1200" b="0" i="0">
          <a:solidFill>
            <a:schemeClr val="accent6"/>
          </a:solidFill>
          <a:latin typeface="Calibre Medium" panose="020B0503030202060203" pitchFamily="34" charset="77"/>
          <a:ea typeface="+mn-ea"/>
          <a:cs typeface="+mn-cs"/>
        </a:defRPr>
      </a:lvl3pPr>
      <a:lvl4pPr marL="0" indent="0" eaLnBrk="1" hangingPunct="1">
        <a:spcBef>
          <a:spcPts val="600"/>
        </a:spcBef>
        <a:spcAft>
          <a:spcPts val="600"/>
        </a:spcAft>
        <a:buClr>
          <a:schemeClr val="tx1"/>
        </a:buClr>
        <a:buFont typeface="SwissReSansOTLight" panose="04000400000000000000" pitchFamily="82" charset="0"/>
        <a:buNone/>
        <a:defRPr sz="1100">
          <a:solidFill>
            <a:schemeClr val="tx1"/>
          </a:solidFill>
          <a:latin typeface="+mn-lt"/>
          <a:ea typeface="+mn-ea"/>
          <a:cs typeface="+mn-cs"/>
        </a:defRPr>
      </a:lvl4pPr>
      <a:lvl5pPr marL="147090" indent="-136294" eaLnBrk="1" hangingPunct="1">
        <a:spcBef>
          <a:spcPts val="300"/>
        </a:spcBef>
        <a:spcAft>
          <a:spcPts val="300"/>
        </a:spcAft>
        <a:buFont typeface="SwissReSansOTLight" panose="04000400000000000000" pitchFamily="82" charset="0"/>
        <a:buChar char="–"/>
        <a:tabLst/>
        <a:defRPr sz="1100" b="0" i="0">
          <a:solidFill>
            <a:schemeClr val="tx1"/>
          </a:solidFill>
          <a:latin typeface="+mn-lt"/>
          <a:ea typeface="+mn-ea"/>
          <a:cs typeface="+mn-cs"/>
        </a:defRPr>
      </a:lvl5pPr>
      <a:lvl6pPr marL="0" indent="0" eaLnBrk="1" hangingPunct="1">
        <a:spcBef>
          <a:spcPts val="1020"/>
        </a:spcBef>
        <a:spcAft>
          <a:spcPts val="0"/>
        </a:spcAft>
        <a:buFont typeface="SwissReSansOTLight" panose="04000400000000000000" pitchFamily="82" charset="0"/>
        <a:buNone/>
        <a:defRPr sz="1100" b="0" i="0" cap="all" baseline="0">
          <a:solidFill>
            <a:schemeClr val="tx1"/>
          </a:solidFill>
          <a:latin typeface="Calibre Light" panose="020B0303030202060203" pitchFamily="34" charset="0"/>
          <a:ea typeface="+mn-ea"/>
          <a:cs typeface="+mn-cs"/>
        </a:defRPr>
      </a:lvl6pPr>
      <a:lvl7pPr marL="0" indent="0" eaLnBrk="1" hangingPunct="1">
        <a:spcBef>
          <a:spcPts val="765"/>
        </a:spcBef>
        <a:spcAft>
          <a:spcPts val="0"/>
        </a:spcAft>
        <a:defRPr sz="850">
          <a:solidFill>
            <a:schemeClr val="tx1"/>
          </a:solidFill>
          <a:latin typeface="Calibre Semibold" panose="020B0703030202060203" pitchFamily="34" charset="0"/>
          <a:ea typeface="+mn-ea"/>
          <a:cs typeface="+mn-cs"/>
        </a:defRPr>
      </a:lvl7pPr>
      <a:lvl8pPr marL="0" indent="0" eaLnBrk="1" hangingPunct="1">
        <a:spcBef>
          <a:spcPts val="255"/>
        </a:spcBef>
        <a:spcAft>
          <a:spcPts val="0"/>
        </a:spcAft>
        <a:defRPr sz="850">
          <a:solidFill>
            <a:schemeClr val="tx1"/>
          </a:solidFill>
          <a:latin typeface="+mn-lt"/>
          <a:ea typeface="+mn-ea"/>
          <a:cs typeface="+mn-cs"/>
        </a:defRPr>
      </a:lvl8pPr>
      <a:lvl9pPr marL="145741" indent="-145741" eaLnBrk="1" hangingPunct="1">
        <a:spcBef>
          <a:spcPts val="170"/>
        </a:spcBef>
        <a:buFont typeface="SwissReSansOTLight" panose="04000400000000000000" pitchFamily="82" charset="0"/>
        <a:buChar char="–"/>
        <a:defRPr sz="850">
          <a:solidFill>
            <a:schemeClr val="tx1"/>
          </a:solidFill>
          <a:latin typeface="+mn-lt"/>
          <a:ea typeface="+mn-ea"/>
          <a:cs typeface="+mn-cs"/>
        </a:defRPr>
      </a:lvl9pPr>
    </p:bodyStyle>
    <p:otherStyle>
      <a:lvl1pPr marL="0" eaLnBrk="1" hangingPunct="1">
        <a:defRPr sz="1200" kern="1200">
          <a:latin typeface="+mn-lt"/>
          <a:ea typeface="+mn-ea"/>
          <a:cs typeface="+mn-cs"/>
        </a:defRPr>
      </a:lvl1pPr>
      <a:lvl2pPr marL="0" eaLnBrk="1" hangingPunct="1">
        <a:defRPr sz="1000" kern="1200">
          <a:latin typeface="+mn-lt"/>
          <a:ea typeface="+mn-ea"/>
          <a:cs typeface="+mn-cs"/>
        </a:defRPr>
      </a:lvl2pPr>
      <a:lvl3pPr marL="114300" indent="-114300" eaLnBrk="1" hangingPunct="1">
        <a:buFont typeface="+mn-lt" panose="04000400000000000000" pitchFamily="82" charset="0"/>
        <a:buChar char="–"/>
        <a:defRPr sz="1000" kern="1200">
          <a:latin typeface="+mn-lt"/>
          <a:ea typeface="+mn-ea"/>
          <a:cs typeface="+mn-cs"/>
        </a:defRPr>
      </a:lvl3pPr>
      <a:lvl4pPr marL="228600" indent="-114300" eaLnBrk="1" hangingPunct="1">
        <a:buFont typeface="+mn-lt" panose="04000400000000000000" pitchFamily="82" charset="0"/>
        <a:buChar char="–"/>
        <a:defRPr sz="1000" kern="1000">
          <a:latin typeface="+mn-lt"/>
          <a:ea typeface="+mn-ea"/>
          <a:cs typeface="+mn-cs"/>
        </a:defRPr>
      </a:lvl4pPr>
      <a:lvl5pPr marL="342900" indent="-114300" eaLnBrk="1" hangingPunct="1">
        <a:buFont typeface="+mn-lt" panose="04000400000000000000" pitchFamily="82" charset="0"/>
        <a:buChar char="–"/>
        <a:defRPr sz="900" kern="1000">
          <a:latin typeface="+mn-lt"/>
          <a:ea typeface="+mn-ea"/>
          <a:cs typeface="+mn-cs"/>
        </a:defRPr>
      </a:lvl5pPr>
      <a:lvl6pPr marL="0" eaLnBrk="1" hangingPunct="1">
        <a:defRPr sz="900" kern="900">
          <a:latin typeface="+mn-lt"/>
          <a:ea typeface="+mn-ea"/>
          <a:cs typeface="+mn-cs"/>
        </a:defRPr>
      </a:lvl6pPr>
      <a:lvl7pPr marL="0" eaLnBrk="1" hangingPunct="1">
        <a:defRPr sz="900" kern="900">
          <a:latin typeface="+mn-lt"/>
          <a:ea typeface="+mn-ea"/>
          <a:cs typeface="+mn-cs"/>
        </a:defRPr>
      </a:lvl7pPr>
      <a:lvl8pPr marL="0" eaLnBrk="1" hangingPunct="1">
        <a:defRPr sz="900" kern="900">
          <a:latin typeface="+mn-lt"/>
          <a:ea typeface="+mn-ea"/>
          <a:cs typeface="+mn-cs"/>
        </a:defRPr>
      </a:lvl8pPr>
      <a:lvl9pPr marL="0" eaLnBrk="1" hangingPunct="1">
        <a:defRPr sz="900" kern="900">
          <a:latin typeface="+mn-lt"/>
          <a:ea typeface="+mn-ea"/>
          <a:cs typeface="+mn-cs"/>
        </a:defRPr>
      </a:lvl9pPr>
    </p:otherStyle>
  </p:txStyles>
  <p:extLst>
    <p:ext uri="{27BBF7A9-308A-43DC-89C8-2F10F3537804}">
      <p15:sldGuideLst xmlns:p15="http://schemas.microsoft.com/office/powerpoint/2012/main">
        <p15:guide id="1" orient="horz" pos="6013">
          <p15:clr>
            <a:srgbClr val="F26B43"/>
          </p15:clr>
        </p15:guide>
        <p15:guide id="2" orient="horz" pos="6336">
          <p15:clr>
            <a:srgbClr val="F26B43"/>
          </p15:clr>
        </p15:guide>
        <p15:guide id="3">
          <p15:clr>
            <a:srgbClr val="F26B43"/>
          </p15:clr>
        </p15:guide>
        <p15:guide id="4" pos="679">
          <p15:clr>
            <a:srgbClr val="F26B43"/>
          </p15:clr>
        </p15:guide>
        <p15:guide id="5" orient="horz">
          <p15:clr>
            <a:srgbClr val="F26B43"/>
          </p15:clr>
        </p15:guide>
        <p15:guide id="6" orient="horz" pos="322">
          <p15:clr>
            <a:srgbClr val="F26B43"/>
          </p15:clr>
        </p15:guide>
        <p15:guide id="7" pos="4573">
          <p15:clr>
            <a:srgbClr val="F26B43"/>
          </p15:clr>
        </p15:guide>
        <p15:guide id="8" pos="4896">
          <p15:clr>
            <a:srgbClr val="F26B43"/>
          </p15:clr>
        </p15:guide>
        <p15:guide id="9" pos="3915">
          <p15:clr>
            <a:srgbClr val="F26B43"/>
          </p15:clr>
        </p15:guide>
        <p15:guide id="10" pos="3967">
          <p15:clr>
            <a:srgbClr val="F26B43"/>
          </p15:clr>
        </p15:guide>
        <p15:guide id="11" pos="3258">
          <p15:clr>
            <a:srgbClr val="F26B43"/>
          </p15:clr>
        </p15:guide>
        <p15:guide id="12" pos="3310">
          <p15:clr>
            <a:srgbClr val="F26B43"/>
          </p15:clr>
        </p15:guide>
        <p15:guide id="13" pos="2600">
          <p15:clr>
            <a:srgbClr val="F26B43"/>
          </p15:clr>
        </p15:guide>
        <p15:guide id="14" pos="2652">
          <p15:clr>
            <a:srgbClr val="F26B43"/>
          </p15:clr>
        </p15:guide>
        <p15:guide id="15" pos="1943">
          <p15:clr>
            <a:srgbClr val="F26B43"/>
          </p15:clr>
        </p15:guide>
        <p15:guide id="16" pos="1994">
          <p15:clr>
            <a:srgbClr val="F26B43"/>
          </p15:clr>
        </p15:guide>
        <p15:guide id="17" pos="1285">
          <p15:clr>
            <a:srgbClr val="F26B43"/>
          </p15:clr>
        </p15:guide>
        <p15:guide id="18" pos="1337">
          <p15:clr>
            <a:srgbClr val="F26B43"/>
          </p15:clr>
        </p15:guide>
        <p15:guide id="19" orient="horz" pos="5675">
          <p15:clr>
            <a:srgbClr val="F26B43"/>
          </p15:clr>
        </p15:guide>
        <p15:guide id="20" orient="horz" pos="5727">
          <p15:clr>
            <a:srgbClr val="F26B43"/>
          </p15:clr>
        </p15:guide>
        <p15:guide id="21" orient="horz" pos="5000">
          <p15:clr>
            <a:srgbClr val="F26B43"/>
          </p15:clr>
        </p15:guide>
        <p15:guide id="22" orient="horz" pos="5051">
          <p15:clr>
            <a:srgbClr val="F26B43"/>
          </p15:clr>
        </p15:guide>
        <p15:guide id="23" orient="horz" pos="3986">
          <p15:clr>
            <a:srgbClr val="F26B43"/>
          </p15:clr>
        </p15:guide>
        <p15:guide id="24" orient="horz" pos="4038">
          <p15:clr>
            <a:srgbClr val="F26B43"/>
          </p15:clr>
        </p15:guide>
        <p15:guide id="25" orient="horz" pos="2635">
          <p15:clr>
            <a:srgbClr val="F26B43"/>
          </p15:clr>
        </p15:guide>
        <p15:guide id="26" orient="horz" pos="2687">
          <p15:clr>
            <a:srgbClr val="F26B43"/>
          </p15:clr>
        </p15:guide>
        <p15:guide id="27" orient="horz" pos="4662">
          <p15:clr>
            <a:srgbClr val="F26B43"/>
          </p15:clr>
        </p15:guide>
        <p15:guide id="28" orient="horz" pos="4714">
          <p15:clr>
            <a:srgbClr val="F26B43"/>
          </p15:clr>
        </p15:guide>
        <p15:guide id="29" orient="horz" pos="3310">
          <p15:clr>
            <a:srgbClr val="F26B43"/>
          </p15:clr>
        </p15:guide>
        <p15:guide id="30" orient="horz" pos="3362">
          <p15:clr>
            <a:srgbClr val="F26B43"/>
          </p15:clr>
        </p15:guide>
        <p15:guide id="31" orient="horz" pos="1959">
          <p15:clr>
            <a:srgbClr val="F26B43"/>
          </p15:clr>
        </p15:guide>
        <p15:guide id="32" orient="horz" pos="2011">
          <p15:clr>
            <a:srgbClr val="F26B43"/>
          </p15:clr>
        </p15:guide>
        <p15:guide id="33" orient="horz" pos="946">
          <p15:clr>
            <a:srgbClr val="F26B43"/>
          </p15:clr>
        </p15:guide>
        <p15:guide id="34" orient="horz" pos="998">
          <p15:clr>
            <a:srgbClr val="F26B43"/>
          </p15:clr>
        </p15:guide>
        <p15:guide id="35" orient="horz" pos="5337">
          <p15:clr>
            <a:srgbClr val="F26B43"/>
          </p15:clr>
        </p15:guide>
        <p15:guide id="36" orient="horz" pos="5389">
          <p15:clr>
            <a:srgbClr val="F26B43"/>
          </p15:clr>
        </p15:guide>
        <p15:guide id="37" orient="horz" pos="4324">
          <p15:clr>
            <a:srgbClr val="F26B43"/>
          </p15:clr>
        </p15:guide>
        <p15:guide id="38" orient="horz" pos="4376">
          <p15:clr>
            <a:srgbClr val="F26B43"/>
          </p15:clr>
        </p15:guide>
        <p15:guide id="39" orient="horz" pos="2973">
          <p15:clr>
            <a:srgbClr val="F26B43"/>
          </p15:clr>
        </p15:guide>
        <p15:guide id="40" orient="horz" pos="3025">
          <p15:clr>
            <a:srgbClr val="F26B43"/>
          </p15:clr>
        </p15:guide>
        <p15:guide id="41" orient="horz" pos="1621">
          <p15:clr>
            <a:srgbClr val="F26B43"/>
          </p15:clr>
        </p15:guide>
        <p15:guide id="42" orient="horz" pos="1673">
          <p15:clr>
            <a:srgbClr val="F26B43"/>
          </p15:clr>
        </p15:guide>
        <p15:guide id="43" orient="horz" pos="3648">
          <p15:clr>
            <a:srgbClr val="F26B43"/>
          </p15:clr>
        </p15:guide>
        <p15:guide id="44" orient="horz" pos="3700">
          <p15:clr>
            <a:srgbClr val="F26B43"/>
          </p15:clr>
        </p15:guide>
        <p15:guide id="45" orient="horz" pos="2297">
          <p15:clr>
            <a:srgbClr val="F26B43"/>
          </p15:clr>
        </p15:guide>
        <p15:guide id="46" orient="horz" pos="2349">
          <p15:clr>
            <a:srgbClr val="F26B43"/>
          </p15:clr>
        </p15:guide>
        <p15:guide id="47" orient="horz" pos="1284">
          <p15:clr>
            <a:srgbClr val="F26B43"/>
          </p15:clr>
        </p15:guide>
        <p15:guide id="48" orient="horz" pos="1335">
          <p15:clr>
            <a:srgbClr val="F26B43"/>
          </p15:clr>
        </p15:guide>
        <p15:guide id="49" orient="horz" pos="608">
          <p15:clr>
            <a:srgbClr val="F26B43"/>
          </p15:clr>
        </p15:guide>
        <p15:guide id="50" orient="horz" pos="660">
          <p15:clr>
            <a:srgbClr val="F26B43"/>
          </p15:clr>
        </p15:guide>
        <p15:guide id="51" pos="363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3D93C67F-A9BE-7A43-A51E-1780A21FC5D1}"/>
              </a:ext>
            </a:extLst>
          </p:cNvPr>
          <p:cNvGrpSpPr/>
          <p:nvPr/>
        </p:nvGrpSpPr>
        <p:grpSpPr>
          <a:xfrm>
            <a:off x="-1676400" y="4114800"/>
            <a:ext cx="1295400" cy="1485900"/>
            <a:chOff x="-1676400" y="6172200"/>
            <a:chExt cx="1295400" cy="1485900"/>
          </a:xfrm>
        </p:grpSpPr>
        <p:sp>
          <p:nvSpPr>
            <p:cNvPr id="14" name="Rectangle 13">
              <a:extLst>
                <a:ext uri="{FF2B5EF4-FFF2-40B4-BE49-F238E27FC236}">
                  <a16:creationId xmlns:a16="http://schemas.microsoft.com/office/drawing/2014/main" id="{7B8E3605-F30C-FB4A-A4BD-1B6B0A5DED8F}"/>
                </a:ext>
              </a:extLst>
            </p:cNvPr>
            <p:cNvSpPr/>
            <p:nvPr/>
          </p:nvSpPr>
          <p:spPr>
            <a:xfrm>
              <a:off x="-1676400" y="6172200"/>
              <a:ext cx="1295400" cy="14859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defTabSz="914400" eaLnBrk="1" fontAlgn="auto" latinLnBrk="0" hangingPunct="1">
                <a:lnSpc>
                  <a:spcPct val="100000"/>
                </a:lnSpc>
                <a:spcBef>
                  <a:spcPts val="1200"/>
                </a:spcBef>
                <a:spcAft>
                  <a:spcPts val="1200"/>
                </a:spcAft>
                <a:buClrTx/>
                <a:buSzTx/>
                <a:buFontTx/>
                <a:buNone/>
                <a:tabLst/>
                <a:defRPr/>
              </a:pPr>
              <a:r>
                <a:rPr kumimoji="0" lang="en-GB" sz="1050" b="0" i="0" u="none" strike="noStrike" kern="0" cap="none" spc="0" normalizeH="0" baseline="0" noProof="0" dirty="0">
                  <a:ln>
                    <a:noFill/>
                  </a:ln>
                  <a:solidFill>
                    <a:srgbClr val="FFFFFF"/>
                  </a:solidFill>
                  <a:effectLst/>
                  <a:uLnTx/>
                  <a:uFillTx/>
                  <a:latin typeface="Calibre"/>
                  <a:ea typeface="+mn-ea"/>
                  <a:cs typeface="+mn-cs"/>
                </a:rPr>
                <a:t>To toggle between the font styles, use the indent/increase List Level buttons in the ribbon.</a:t>
              </a:r>
            </a:p>
            <a:p>
              <a:pPr marL="0" marR="0" lvl="0" indent="0" algn="l" defTabSz="914400" eaLnBrk="1" fontAlgn="auto" latinLnBrk="0" hangingPunct="1">
                <a:lnSpc>
                  <a:spcPct val="100000"/>
                </a:lnSpc>
                <a:spcBef>
                  <a:spcPts val="1200"/>
                </a:spcBef>
                <a:spcAft>
                  <a:spcPts val="300"/>
                </a:spcAft>
                <a:buClrTx/>
                <a:buSzTx/>
                <a:buFontTx/>
                <a:buNone/>
                <a:tabLst/>
                <a:defRPr/>
              </a:pPr>
              <a:endParaRPr kumimoji="0" lang="en-US" sz="1050" b="0" i="0" u="none" strike="noStrike" kern="0" cap="none" spc="0" normalizeH="0" baseline="0" noProof="0" dirty="0">
                <a:ln>
                  <a:noFill/>
                </a:ln>
                <a:solidFill>
                  <a:srgbClr val="FFFFFF"/>
                </a:solidFill>
                <a:effectLst/>
                <a:uLnTx/>
                <a:uFillTx/>
                <a:latin typeface="Calibre"/>
                <a:ea typeface="+mn-ea"/>
                <a:cs typeface="+mn-cs"/>
              </a:endParaRPr>
            </a:p>
          </p:txBody>
        </p:sp>
        <p:pic>
          <p:nvPicPr>
            <p:cNvPr id="15" name="Picture 14" descr="Capture.PNG">
              <a:extLst>
                <a:ext uri="{FF2B5EF4-FFF2-40B4-BE49-F238E27FC236}">
                  <a16:creationId xmlns:a16="http://schemas.microsoft.com/office/drawing/2014/main" id="{4BFC201F-7CCB-8741-B8BE-B23B061C3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2100" y="7200900"/>
              <a:ext cx="476250" cy="257175"/>
            </a:xfrm>
            <a:prstGeom prst="rect">
              <a:avLst/>
            </a:prstGeom>
          </p:spPr>
        </p:pic>
      </p:grpSp>
      <p:pic>
        <p:nvPicPr>
          <p:cNvPr id="28" name="slide_1_arrow_1_picture">
            <a:extLst>
              <a:ext uri="{FF2B5EF4-FFF2-40B4-BE49-F238E27FC236}">
                <a16:creationId xmlns:a16="http://schemas.microsoft.com/office/drawing/2014/main" id="{4E79992D-8845-CC85-5464-EF11C32B9E95}"/>
              </a:ext>
            </a:extLst>
          </p:cNvPr>
          <p:cNvPicPr>
            <a:picLocks noChangeAspect="1"/>
          </p:cNvPicPr>
          <p:nvPr/>
        </p:nvPicPr>
        <p:blipFill>
          <a:blip r:embed="rId4"/>
          <a:srcRect l="450" r="450"/>
          <a:stretch>
            <a:fillRect/>
          </a:stretch>
        </p:blipFill>
        <p:spPr>
          <a:xfrm>
            <a:off x="566928" y="1544322"/>
            <a:ext cx="165100" cy="165100"/>
          </a:xfrm>
          <a:prstGeom prst="rect">
            <a:avLst/>
          </a:prstGeom>
        </p:spPr>
      </p:pic>
      <p:pic>
        <p:nvPicPr>
          <p:cNvPr id="29" name="slide_1_arrow_4_picture">
            <a:extLst>
              <a:ext uri="{FF2B5EF4-FFF2-40B4-BE49-F238E27FC236}">
                <a16:creationId xmlns:a16="http://schemas.microsoft.com/office/drawing/2014/main" id="{3661981B-88B2-5C0A-173B-807512FE573A}"/>
              </a:ext>
            </a:extLst>
          </p:cNvPr>
          <p:cNvPicPr>
            <a:picLocks noChangeAspect="1"/>
          </p:cNvPicPr>
          <p:nvPr/>
        </p:nvPicPr>
        <p:blipFill>
          <a:blip r:embed="rId4"/>
          <a:srcRect l="926" r="926"/>
          <a:stretch>
            <a:fillRect/>
          </a:stretch>
        </p:blipFill>
        <p:spPr>
          <a:xfrm>
            <a:off x="4572000" y="1544322"/>
            <a:ext cx="163513" cy="165100"/>
          </a:xfrm>
          <a:prstGeom prst="rect">
            <a:avLst/>
          </a:prstGeom>
        </p:spPr>
      </p:pic>
      <p:pic>
        <p:nvPicPr>
          <p:cNvPr id="30" name="slide_1_arrow_2_picture">
            <a:extLst>
              <a:ext uri="{FF2B5EF4-FFF2-40B4-BE49-F238E27FC236}">
                <a16:creationId xmlns:a16="http://schemas.microsoft.com/office/drawing/2014/main" id="{7DF40446-0430-44E9-3B0D-5F280343F6B3}"/>
              </a:ext>
            </a:extLst>
          </p:cNvPr>
          <p:cNvPicPr>
            <a:picLocks noChangeAspect="1"/>
          </p:cNvPicPr>
          <p:nvPr/>
        </p:nvPicPr>
        <p:blipFill>
          <a:blip r:embed="rId5"/>
          <a:srcRect l="481" r="481"/>
          <a:stretch>
            <a:fillRect/>
          </a:stretch>
        </p:blipFill>
        <p:spPr>
          <a:xfrm>
            <a:off x="1737360" y="1544322"/>
            <a:ext cx="163513" cy="165100"/>
          </a:xfrm>
          <a:prstGeom prst="rect">
            <a:avLst/>
          </a:prstGeom>
        </p:spPr>
      </p:pic>
      <p:pic>
        <p:nvPicPr>
          <p:cNvPr id="31" name="slide_1_arrow_3_picture">
            <a:extLst>
              <a:ext uri="{FF2B5EF4-FFF2-40B4-BE49-F238E27FC236}">
                <a16:creationId xmlns:a16="http://schemas.microsoft.com/office/drawing/2014/main" id="{E14BF158-B668-F2C3-116A-D3D4294C881B}"/>
              </a:ext>
            </a:extLst>
          </p:cNvPr>
          <p:cNvPicPr>
            <a:picLocks noChangeAspect="1"/>
          </p:cNvPicPr>
          <p:nvPr/>
        </p:nvPicPr>
        <p:blipFill>
          <a:blip r:embed="rId6"/>
          <a:srcRect l="481" r="481"/>
          <a:stretch>
            <a:fillRect/>
          </a:stretch>
        </p:blipFill>
        <p:spPr>
          <a:xfrm>
            <a:off x="3044952" y="1544322"/>
            <a:ext cx="163513" cy="165100"/>
          </a:xfrm>
          <a:prstGeom prst="rect">
            <a:avLst/>
          </a:prstGeom>
        </p:spPr>
      </p:pic>
      <p:pic>
        <p:nvPicPr>
          <p:cNvPr id="32" name="slide_1_arrow_5_picture">
            <a:extLst>
              <a:ext uri="{FF2B5EF4-FFF2-40B4-BE49-F238E27FC236}">
                <a16:creationId xmlns:a16="http://schemas.microsoft.com/office/drawing/2014/main" id="{5525F637-2074-0715-8928-D4987A86B5D0}"/>
              </a:ext>
            </a:extLst>
          </p:cNvPr>
          <p:cNvPicPr>
            <a:picLocks noChangeAspect="1"/>
          </p:cNvPicPr>
          <p:nvPr/>
        </p:nvPicPr>
        <p:blipFill>
          <a:blip r:embed="rId4"/>
          <a:srcRect l="926" r="926"/>
          <a:stretch>
            <a:fillRect/>
          </a:stretch>
        </p:blipFill>
        <p:spPr>
          <a:xfrm>
            <a:off x="6062472" y="1544322"/>
            <a:ext cx="163513" cy="165100"/>
          </a:xfrm>
          <a:prstGeom prst="rect">
            <a:avLst/>
          </a:prstGeom>
        </p:spPr>
      </p:pic>
      <p:sp>
        <p:nvSpPr>
          <p:cNvPr id="44" name="slide_1_ticker_5_title_text">
            <a:extLst>
              <a:ext uri="{FF2B5EF4-FFF2-40B4-BE49-F238E27FC236}">
                <a16:creationId xmlns:a16="http://schemas.microsoft.com/office/drawing/2014/main" id="{1386D9E3-A112-88A5-9593-A1E63F111C52}"/>
              </a:ext>
            </a:extLst>
          </p:cNvPr>
          <p:cNvSpPr txBox="1">
            <a:spLocks/>
          </p:cNvSpPr>
          <p:nvPr/>
        </p:nvSpPr>
        <p:spPr>
          <a:xfrm>
            <a:off x="6245352" y="1727201"/>
            <a:ext cx="868141" cy="178479"/>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1" indent="0" defTabSz="914400" eaLnBrk="1" fontAlgn="auto" latinLnBrk="0" hangingPunct="1">
              <a:lnSpc>
                <a:spcPct val="100000"/>
              </a:lnSpc>
              <a:spcBef>
                <a:spcPts val="200"/>
              </a:spcBef>
              <a:spcAft>
                <a:spcPts val="0"/>
              </a:spcAft>
              <a:buClr>
                <a:srgbClr val="17E88F"/>
              </a:buClr>
              <a:buSzTx/>
              <a:buFontTx/>
              <a:buNone/>
              <a:tabLst/>
              <a:defRPr/>
            </a:pPr>
            <a:r>
              <a:rPr kumimoji="0" lang="en-US" sz="850" b="0" i="0" u="none" strike="noStrike" kern="0" cap="none" spc="0" normalizeH="0" baseline="0" noProof="0" dirty="0">
                <a:ln>
                  <a:noFill/>
                </a:ln>
                <a:solidFill>
                  <a:srgbClr val="538184"/>
                </a:solidFill>
                <a:effectLst/>
                <a:uLnTx/>
                <a:uFillTx/>
                <a:latin typeface="Calibre"/>
                <a:ea typeface="+mn-ea"/>
                <a:cs typeface="+mn-cs"/>
              </a:rPr>
              <a:t>NNN / Lease Rate</a:t>
            </a:r>
          </a:p>
        </p:txBody>
      </p:sp>
      <p:sp>
        <p:nvSpPr>
          <p:cNvPr id="45" name="slide_1_ticker_4_title_text">
            <a:extLst>
              <a:ext uri="{FF2B5EF4-FFF2-40B4-BE49-F238E27FC236}">
                <a16:creationId xmlns:a16="http://schemas.microsoft.com/office/drawing/2014/main" id="{9B381481-2ACB-6E35-9F0A-7FB598D38B20}"/>
              </a:ext>
            </a:extLst>
          </p:cNvPr>
          <p:cNvSpPr txBox="1">
            <a:spLocks/>
          </p:cNvSpPr>
          <p:nvPr/>
        </p:nvSpPr>
        <p:spPr>
          <a:xfrm>
            <a:off x="4764024" y="1727202"/>
            <a:ext cx="1021810" cy="187173"/>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1" indent="0" defTabSz="914400" eaLnBrk="1" fontAlgn="auto" latinLnBrk="0" hangingPunct="1">
              <a:lnSpc>
                <a:spcPct val="100000"/>
              </a:lnSpc>
              <a:spcBef>
                <a:spcPts val="200"/>
              </a:spcBef>
              <a:spcAft>
                <a:spcPts val="0"/>
              </a:spcAft>
              <a:buClr>
                <a:srgbClr val="17E88F"/>
              </a:buClr>
              <a:buSzTx/>
              <a:buFontTx/>
              <a:buNone/>
              <a:tabLst/>
              <a:defRPr/>
            </a:pPr>
            <a:r>
              <a:rPr kumimoji="0" lang="en-US" sz="850" b="0" i="0" u="none" strike="noStrike" kern="0" cap="none" spc="0" normalizeH="0" baseline="0" noProof="0" dirty="0">
                <a:ln>
                  <a:noFill/>
                </a:ln>
                <a:solidFill>
                  <a:srgbClr val="538184"/>
                </a:solidFill>
                <a:effectLst/>
                <a:uLnTx/>
                <a:uFillTx/>
                <a:latin typeface="Calibre"/>
                <a:ea typeface="+mn-ea"/>
                <a:cs typeface="+mn-cs"/>
              </a:rPr>
              <a:t>SF Under Construction</a:t>
            </a:r>
          </a:p>
        </p:txBody>
      </p:sp>
      <p:sp>
        <p:nvSpPr>
          <p:cNvPr id="46" name="slide_1_ticker_3_text">
            <a:extLst>
              <a:ext uri="{FF2B5EF4-FFF2-40B4-BE49-F238E27FC236}">
                <a16:creationId xmlns:a16="http://schemas.microsoft.com/office/drawing/2014/main" id="{3A55FFBA-2A9D-37A4-68EB-1B3BA9A924C4}"/>
              </a:ext>
            </a:extLst>
          </p:cNvPr>
          <p:cNvSpPr txBox="1">
            <a:spLocks/>
          </p:cNvSpPr>
          <p:nvPr/>
        </p:nvSpPr>
        <p:spPr>
          <a:xfrm>
            <a:off x="3246120" y="1361442"/>
            <a:ext cx="1174639" cy="380742"/>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rPr>
              <a:t>X.XM</a:t>
            </a:r>
            <a:endParaRPr kumimoji="0" lang="en-US" sz="28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endParaRPr>
          </a:p>
        </p:txBody>
      </p:sp>
      <p:sp>
        <p:nvSpPr>
          <p:cNvPr id="47" name="slide_1_ticker_2_title_text">
            <a:extLst>
              <a:ext uri="{FF2B5EF4-FFF2-40B4-BE49-F238E27FC236}">
                <a16:creationId xmlns:a16="http://schemas.microsoft.com/office/drawing/2014/main" id="{ABD315EB-B67F-F8A7-D3C5-C3EC087A08B4}"/>
              </a:ext>
            </a:extLst>
          </p:cNvPr>
          <p:cNvSpPr txBox="1">
            <a:spLocks/>
          </p:cNvSpPr>
          <p:nvPr/>
        </p:nvSpPr>
        <p:spPr>
          <a:xfrm>
            <a:off x="1911096" y="1727202"/>
            <a:ext cx="925500" cy="187303"/>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1" indent="0" defTabSz="914400" eaLnBrk="1" fontAlgn="auto" latinLnBrk="0" hangingPunct="1">
              <a:lnSpc>
                <a:spcPct val="100000"/>
              </a:lnSpc>
              <a:spcBef>
                <a:spcPts val="200"/>
              </a:spcBef>
              <a:spcAft>
                <a:spcPts val="0"/>
              </a:spcAft>
              <a:buClr>
                <a:srgbClr val="17E88F"/>
              </a:buClr>
              <a:buSzTx/>
              <a:buFontTx/>
              <a:buNone/>
              <a:tabLst/>
              <a:defRPr/>
            </a:pPr>
            <a:r>
              <a:rPr kumimoji="0" lang="en-US" sz="850" b="0" i="0" u="none" strike="noStrike" kern="0" cap="none" spc="0" normalizeH="0" baseline="0" noProof="0" dirty="0">
                <a:ln>
                  <a:noFill/>
                </a:ln>
                <a:solidFill>
                  <a:srgbClr val="538184"/>
                </a:solidFill>
                <a:effectLst/>
                <a:uLnTx/>
                <a:uFillTx/>
                <a:latin typeface="Calibre"/>
                <a:ea typeface="+mn-ea"/>
                <a:cs typeface="+mn-cs"/>
              </a:rPr>
              <a:t>SF Net Absorption</a:t>
            </a:r>
          </a:p>
        </p:txBody>
      </p:sp>
      <p:sp>
        <p:nvSpPr>
          <p:cNvPr id="48" name="slide_1_ticker_1_text">
            <a:extLst>
              <a:ext uri="{FF2B5EF4-FFF2-40B4-BE49-F238E27FC236}">
                <a16:creationId xmlns:a16="http://schemas.microsoft.com/office/drawing/2014/main" id="{385E509A-BF38-76DC-D33A-380F91BABD4A}"/>
              </a:ext>
            </a:extLst>
          </p:cNvPr>
          <p:cNvSpPr txBox="1">
            <a:spLocks/>
          </p:cNvSpPr>
          <p:nvPr/>
        </p:nvSpPr>
        <p:spPr>
          <a:xfrm>
            <a:off x="795528" y="1361442"/>
            <a:ext cx="766823" cy="369712"/>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rPr>
              <a:t>X.X%</a:t>
            </a:r>
          </a:p>
        </p:txBody>
      </p:sp>
      <p:sp>
        <p:nvSpPr>
          <p:cNvPr id="3" name="slide_1_title_text">
            <a:extLst>
              <a:ext uri="{FF2B5EF4-FFF2-40B4-BE49-F238E27FC236}">
                <a16:creationId xmlns:a16="http://schemas.microsoft.com/office/drawing/2014/main" id="{1CCE1253-FA2D-0BF9-4415-6F2BD319526E}"/>
              </a:ext>
            </a:extLst>
          </p:cNvPr>
          <p:cNvSpPr txBox="1">
            <a:spLocks/>
          </p:cNvSpPr>
          <p:nvPr/>
        </p:nvSpPr>
        <p:spPr>
          <a:xfrm>
            <a:off x="416854" y="953142"/>
            <a:ext cx="6860246" cy="445520"/>
          </a:xfrm>
          <a:prstGeom prst="rect">
            <a:avLst/>
          </a:prstGeom>
        </p:spPr>
        <p:txBody>
          <a:bodyPr vert="horz" lIns="0" tIns="0" rIns="0" bIns="0" rtlCol="0" anchor="t" anchorCtr="0">
            <a:noAutofit/>
          </a:bodyPr>
          <a:lstStyle>
            <a:lvl1pPr marL="0" eaLnBrk="1" hangingPunct="1">
              <a:spcBef>
                <a:spcPts val="0"/>
              </a:spcBef>
              <a:spcAft>
                <a:spcPts val="1000"/>
              </a:spcAft>
              <a:defRPr sz="1200" cap="none" baseline="0">
                <a:solidFill>
                  <a:srgbClr val="435254"/>
                </a:solidFill>
                <a:latin typeface="+mn-lt"/>
                <a:ea typeface="+mn-ea"/>
                <a:cs typeface="+mn-cs"/>
              </a:defRPr>
            </a:lvl1pPr>
            <a:lvl2pPr marL="0" indent="0" eaLnBrk="1" hangingPunct="1">
              <a:lnSpc>
                <a:spcPct val="90000"/>
              </a:lnSpc>
              <a:spcBef>
                <a:spcPts val="0"/>
              </a:spcBef>
              <a:spcAft>
                <a:spcPts val="0"/>
              </a:spcAft>
              <a:defRPr sz="3200" b="0" i="0">
                <a:solidFill>
                  <a:schemeClr val="accent6"/>
                </a:solidFill>
                <a:latin typeface="+mj-lt"/>
                <a:ea typeface="+mn-ea"/>
                <a:cs typeface="+mn-cs"/>
              </a:defRPr>
            </a:lvl2pPr>
            <a:lvl3pPr marL="0" indent="0" eaLnBrk="1" hangingPunct="1">
              <a:lnSpc>
                <a:spcPct val="120000"/>
              </a:lnSpc>
              <a:spcBef>
                <a:spcPts val="900"/>
              </a:spcBef>
              <a:spcAft>
                <a:spcPts val="0"/>
              </a:spcAft>
              <a:defRPr sz="1200" b="0" i="0" cap="all" baseline="0">
                <a:solidFill>
                  <a:srgbClr val="435254"/>
                </a:solidFill>
                <a:latin typeface="+mn-lt"/>
                <a:ea typeface="+mn-ea"/>
                <a:cs typeface="+mn-cs"/>
              </a:defRPr>
            </a:lvl3pPr>
            <a:lvl4pPr marL="0" indent="0" eaLnBrk="1" hangingPunct="1">
              <a:spcBef>
                <a:spcPts val="600"/>
              </a:spcBef>
              <a:spcAft>
                <a:spcPts val="600"/>
              </a:spcAft>
              <a:buClr>
                <a:schemeClr val="tx1"/>
              </a:buClr>
              <a:buFont typeface="SwissReSansOTLight" panose="04000400000000000000" pitchFamily="82" charset="0"/>
              <a:buNone/>
              <a:defRPr sz="1100">
                <a:solidFill>
                  <a:schemeClr val="tx1"/>
                </a:solidFill>
                <a:latin typeface="+mn-lt"/>
                <a:ea typeface="+mn-ea"/>
                <a:cs typeface="+mn-cs"/>
              </a:defRPr>
            </a:lvl4pPr>
            <a:lvl5pPr marL="147090" indent="-136294" eaLnBrk="1" hangingPunct="1">
              <a:spcBef>
                <a:spcPts val="300"/>
              </a:spcBef>
              <a:spcAft>
                <a:spcPts val="300"/>
              </a:spcAft>
              <a:buFont typeface="SwissReSansOTLight" panose="04000400000000000000" pitchFamily="82" charset="0"/>
              <a:buChar char="–"/>
              <a:tabLst/>
              <a:defRPr sz="1100" b="0" i="0">
                <a:solidFill>
                  <a:schemeClr val="tx1"/>
                </a:solidFill>
                <a:latin typeface="+mn-lt"/>
                <a:ea typeface="+mn-ea"/>
                <a:cs typeface="+mn-cs"/>
              </a:defRPr>
            </a:lvl5pPr>
            <a:lvl6pPr marL="0" indent="0" eaLnBrk="1" hangingPunct="1">
              <a:spcBef>
                <a:spcPts val="1020"/>
              </a:spcBef>
              <a:spcAft>
                <a:spcPts val="0"/>
              </a:spcAft>
              <a:buFont typeface="SwissReSansOTLight" panose="04000400000000000000" pitchFamily="82" charset="0"/>
              <a:buNone/>
              <a:defRPr sz="1100" b="0" i="0" cap="all" baseline="0">
                <a:solidFill>
                  <a:schemeClr val="tx1"/>
                </a:solidFill>
                <a:latin typeface="Calibre Light" panose="020B0303030202060203" pitchFamily="34" charset="0"/>
                <a:ea typeface="+mn-ea"/>
                <a:cs typeface="+mn-cs"/>
              </a:defRPr>
            </a:lvl6pPr>
            <a:lvl7pPr marL="0" indent="0" eaLnBrk="1" hangingPunct="1">
              <a:spcBef>
                <a:spcPts val="765"/>
              </a:spcBef>
              <a:spcAft>
                <a:spcPts val="0"/>
              </a:spcAft>
              <a:defRPr sz="850">
                <a:solidFill>
                  <a:schemeClr val="tx1"/>
                </a:solidFill>
                <a:latin typeface="Calibre Semibold" panose="020B0703030202060203" pitchFamily="34" charset="0"/>
                <a:ea typeface="+mn-ea"/>
                <a:cs typeface="+mn-cs"/>
              </a:defRPr>
            </a:lvl7pPr>
            <a:lvl8pPr marL="0" indent="0" eaLnBrk="1" hangingPunct="1">
              <a:spcBef>
                <a:spcPts val="255"/>
              </a:spcBef>
              <a:spcAft>
                <a:spcPts val="0"/>
              </a:spcAft>
              <a:defRPr sz="850">
                <a:solidFill>
                  <a:schemeClr val="tx1"/>
                </a:solidFill>
                <a:latin typeface="+mn-lt"/>
                <a:ea typeface="+mn-ea"/>
                <a:cs typeface="+mn-cs"/>
              </a:defRPr>
            </a:lvl8pPr>
            <a:lvl9pPr marL="145741" indent="-145741" eaLnBrk="1" hangingPunct="1">
              <a:spcBef>
                <a:spcPts val="170"/>
              </a:spcBef>
              <a:buFont typeface="SwissReSansOTLight" panose="04000400000000000000" pitchFamily="82" charset="0"/>
              <a:buChar char="–"/>
              <a:defRPr sz="850">
                <a:solidFill>
                  <a:schemeClr val="tx1"/>
                </a:solidFill>
                <a:latin typeface="+mn-lt"/>
                <a:ea typeface="+mn-ea"/>
                <a:cs typeface="+mn-cs"/>
              </a:defRPr>
            </a:lvl9pPr>
          </a:lstStyle>
          <a:p>
            <a:pPr marL="0" marR="0" lvl="1" indent="0" algn="l" defTabSz="914400" eaLnBrk="1" fontAlgn="auto" latinLnBrk="0" hangingPunct="1">
              <a:lnSpc>
                <a:spcPct val="9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3F2D"/>
                </a:solidFill>
                <a:effectLst/>
                <a:uLnTx/>
                <a:uFillTx/>
                <a:latin typeface="Financier Display"/>
                <a:ea typeface="+mn-ea"/>
                <a:cs typeface="+mn-cs"/>
              </a:rPr>
              <a:t>[Market] [Sector] Snapshot</a:t>
            </a:r>
          </a:p>
        </p:txBody>
      </p:sp>
      <p:sp>
        <p:nvSpPr>
          <p:cNvPr id="9" name="slide_1_ticker_1_title_text">
            <a:extLst>
              <a:ext uri="{FF2B5EF4-FFF2-40B4-BE49-F238E27FC236}">
                <a16:creationId xmlns:a16="http://schemas.microsoft.com/office/drawing/2014/main" id="{011FF3D2-5A6A-D6EA-54A4-62CF2B7CAA55}"/>
              </a:ext>
            </a:extLst>
          </p:cNvPr>
          <p:cNvSpPr txBox="1">
            <a:spLocks/>
          </p:cNvSpPr>
          <p:nvPr/>
        </p:nvSpPr>
        <p:spPr>
          <a:xfrm>
            <a:off x="795528" y="1727202"/>
            <a:ext cx="766823" cy="178810"/>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1" indent="0" defTabSz="914400" eaLnBrk="1" fontAlgn="auto" latinLnBrk="0" hangingPunct="1">
              <a:lnSpc>
                <a:spcPct val="100000"/>
              </a:lnSpc>
              <a:spcBef>
                <a:spcPts val="200"/>
              </a:spcBef>
              <a:spcAft>
                <a:spcPts val="0"/>
              </a:spcAft>
              <a:buClr>
                <a:srgbClr val="17E88F"/>
              </a:buClr>
              <a:buSzTx/>
              <a:buFontTx/>
              <a:buNone/>
              <a:tabLst/>
              <a:defRPr/>
            </a:pPr>
            <a:r>
              <a:rPr kumimoji="0" lang="en-US" sz="850" b="0" i="0" u="none" strike="noStrike" kern="0" cap="none" spc="0" normalizeH="0" baseline="0" noProof="0" dirty="0">
                <a:ln>
                  <a:noFill/>
                </a:ln>
                <a:solidFill>
                  <a:srgbClr val="538184"/>
                </a:solidFill>
                <a:effectLst/>
                <a:uLnTx/>
                <a:uFillTx/>
                <a:latin typeface="Calibre"/>
                <a:ea typeface="+mn-ea"/>
                <a:cs typeface="+mn-cs"/>
              </a:rPr>
              <a:t>Vacancy Rate</a:t>
            </a:r>
          </a:p>
        </p:txBody>
      </p:sp>
      <p:sp>
        <p:nvSpPr>
          <p:cNvPr id="11" name="slide_1_ticker_2_text">
            <a:extLst>
              <a:ext uri="{FF2B5EF4-FFF2-40B4-BE49-F238E27FC236}">
                <a16:creationId xmlns:a16="http://schemas.microsoft.com/office/drawing/2014/main" id="{EE0309EC-5119-EBE0-097E-22458A8065D6}"/>
              </a:ext>
            </a:extLst>
          </p:cNvPr>
          <p:cNvSpPr txBox="1">
            <a:spLocks/>
          </p:cNvSpPr>
          <p:nvPr/>
        </p:nvSpPr>
        <p:spPr>
          <a:xfrm>
            <a:off x="1929384" y="1361442"/>
            <a:ext cx="925500" cy="369712"/>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rPr>
              <a:t>X.XM</a:t>
            </a:r>
            <a:endParaRPr kumimoji="0" lang="en-US" sz="28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endParaRPr>
          </a:p>
        </p:txBody>
      </p:sp>
      <p:sp>
        <p:nvSpPr>
          <p:cNvPr id="12" name="slide_1_ticker_3_title_text">
            <a:extLst>
              <a:ext uri="{FF2B5EF4-FFF2-40B4-BE49-F238E27FC236}">
                <a16:creationId xmlns:a16="http://schemas.microsoft.com/office/drawing/2014/main" id="{3C3D1404-995E-F0A6-32FF-5E289A8E8358}"/>
              </a:ext>
            </a:extLst>
          </p:cNvPr>
          <p:cNvSpPr txBox="1">
            <a:spLocks/>
          </p:cNvSpPr>
          <p:nvPr/>
        </p:nvSpPr>
        <p:spPr>
          <a:xfrm>
            <a:off x="3227832" y="1722724"/>
            <a:ext cx="1174639" cy="187303"/>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1" indent="0" defTabSz="914400" eaLnBrk="1" fontAlgn="auto" latinLnBrk="0" hangingPunct="1">
              <a:lnSpc>
                <a:spcPct val="100000"/>
              </a:lnSpc>
              <a:spcBef>
                <a:spcPts val="200"/>
              </a:spcBef>
              <a:spcAft>
                <a:spcPts val="0"/>
              </a:spcAft>
              <a:buClr>
                <a:srgbClr val="17E88F"/>
              </a:buClr>
              <a:buSzTx/>
              <a:buFontTx/>
              <a:buNone/>
              <a:tabLst/>
              <a:defRPr/>
            </a:pPr>
            <a:r>
              <a:rPr kumimoji="0" lang="en-US" sz="850" b="0" i="0" u="none" strike="noStrike" kern="0" cap="none" spc="0" normalizeH="0" baseline="0" noProof="0" dirty="0">
                <a:ln>
                  <a:noFill/>
                </a:ln>
                <a:solidFill>
                  <a:srgbClr val="538184"/>
                </a:solidFill>
                <a:effectLst/>
                <a:uLnTx/>
                <a:uFillTx/>
                <a:latin typeface="Calibre"/>
                <a:ea typeface="+mn-ea"/>
                <a:cs typeface="+mn-cs"/>
              </a:rPr>
              <a:t>SF Construction Delivered</a:t>
            </a:r>
          </a:p>
        </p:txBody>
      </p:sp>
      <p:sp>
        <p:nvSpPr>
          <p:cNvPr id="16" name="slide_1_ticker_4_text">
            <a:extLst>
              <a:ext uri="{FF2B5EF4-FFF2-40B4-BE49-F238E27FC236}">
                <a16:creationId xmlns:a16="http://schemas.microsoft.com/office/drawing/2014/main" id="{599C1608-B3BD-E5EE-D10C-FB558BD33A92}"/>
              </a:ext>
            </a:extLst>
          </p:cNvPr>
          <p:cNvSpPr txBox="1">
            <a:spLocks/>
          </p:cNvSpPr>
          <p:nvPr/>
        </p:nvSpPr>
        <p:spPr>
          <a:xfrm>
            <a:off x="4782312" y="1361442"/>
            <a:ext cx="1021810" cy="361018"/>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rPr>
              <a:t>X.XM</a:t>
            </a:r>
            <a:endParaRPr kumimoji="0" lang="en-US" sz="28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endParaRPr>
          </a:p>
        </p:txBody>
      </p:sp>
      <p:sp>
        <p:nvSpPr>
          <p:cNvPr id="17" name="slide_1_ticker_5_text">
            <a:extLst>
              <a:ext uri="{FF2B5EF4-FFF2-40B4-BE49-F238E27FC236}">
                <a16:creationId xmlns:a16="http://schemas.microsoft.com/office/drawing/2014/main" id="{003EE9C5-842F-2AE6-FC6C-7270274BCD80}"/>
              </a:ext>
            </a:extLst>
          </p:cNvPr>
          <p:cNvSpPr txBox="1">
            <a:spLocks/>
          </p:cNvSpPr>
          <p:nvPr/>
        </p:nvSpPr>
        <p:spPr>
          <a:xfrm>
            <a:off x="6263640" y="1361442"/>
            <a:ext cx="868141" cy="369712"/>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rPr>
              <a:t>$X.XX</a:t>
            </a:r>
            <a:endParaRPr kumimoji="0" lang="en-US" sz="28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endParaRPr>
          </a:p>
        </p:txBody>
      </p:sp>
      <p:pic>
        <p:nvPicPr>
          <p:cNvPr id="18" name="up_arrow_picture">
            <a:extLst>
              <a:ext uri="{FF2B5EF4-FFF2-40B4-BE49-F238E27FC236}">
                <a16:creationId xmlns:a16="http://schemas.microsoft.com/office/drawing/2014/main" id="{CACDCF80-ECFC-0A30-0E1B-269119196B04}"/>
              </a:ext>
            </a:extLst>
          </p:cNvPr>
          <p:cNvPicPr>
            <a:picLocks noChangeAspect="1"/>
          </p:cNvPicPr>
          <p:nvPr/>
        </p:nvPicPr>
        <p:blipFill>
          <a:blip r:embed="rId4"/>
          <a:stretch>
            <a:fillRect/>
          </a:stretch>
        </p:blipFill>
        <p:spPr>
          <a:xfrm>
            <a:off x="-1354671" y="3638716"/>
            <a:ext cx="169164" cy="167640"/>
          </a:xfrm>
          <a:prstGeom prst="rect">
            <a:avLst/>
          </a:prstGeom>
        </p:spPr>
      </p:pic>
      <p:pic>
        <p:nvPicPr>
          <p:cNvPr id="20" name="neutral_arrow_picture">
            <a:extLst>
              <a:ext uri="{FF2B5EF4-FFF2-40B4-BE49-F238E27FC236}">
                <a16:creationId xmlns:a16="http://schemas.microsoft.com/office/drawing/2014/main" id="{BFBC5725-5A0B-3C5B-8B86-9FFD0CA985BF}"/>
              </a:ext>
            </a:extLst>
          </p:cNvPr>
          <p:cNvPicPr>
            <a:picLocks noChangeAspect="1"/>
          </p:cNvPicPr>
          <p:nvPr/>
        </p:nvPicPr>
        <p:blipFill>
          <a:blip r:embed="rId5"/>
          <a:stretch>
            <a:fillRect/>
          </a:stretch>
        </p:blipFill>
        <p:spPr>
          <a:xfrm>
            <a:off x="-1086149" y="3636076"/>
            <a:ext cx="169164" cy="169164"/>
          </a:xfrm>
          <a:prstGeom prst="rect">
            <a:avLst/>
          </a:prstGeom>
        </p:spPr>
      </p:pic>
      <p:pic>
        <p:nvPicPr>
          <p:cNvPr id="23" name="down_arrow_picture">
            <a:extLst>
              <a:ext uri="{FF2B5EF4-FFF2-40B4-BE49-F238E27FC236}">
                <a16:creationId xmlns:a16="http://schemas.microsoft.com/office/drawing/2014/main" id="{AC1A629B-02D5-F116-01B0-9A5A55A18B6D}"/>
              </a:ext>
            </a:extLst>
          </p:cNvPr>
          <p:cNvPicPr>
            <a:picLocks noChangeAspect="1"/>
          </p:cNvPicPr>
          <p:nvPr/>
        </p:nvPicPr>
        <p:blipFill>
          <a:blip r:embed="rId6"/>
          <a:stretch>
            <a:fillRect/>
          </a:stretch>
        </p:blipFill>
        <p:spPr>
          <a:xfrm>
            <a:off x="-829058" y="3636076"/>
            <a:ext cx="169164" cy="169164"/>
          </a:xfrm>
          <a:prstGeom prst="rect">
            <a:avLst/>
          </a:prstGeom>
        </p:spPr>
      </p:pic>
      <p:sp>
        <p:nvSpPr>
          <p:cNvPr id="24" name="slide_1_table_1_title_text">
            <a:extLst>
              <a:ext uri="{FF2B5EF4-FFF2-40B4-BE49-F238E27FC236}">
                <a16:creationId xmlns:a16="http://schemas.microsoft.com/office/drawing/2014/main" id="{FAC3E032-A5D2-C530-4431-12D792F9A587}"/>
              </a:ext>
            </a:extLst>
          </p:cNvPr>
          <p:cNvSpPr txBox="1">
            <a:spLocks/>
          </p:cNvSpPr>
          <p:nvPr/>
        </p:nvSpPr>
        <p:spPr>
          <a:xfrm>
            <a:off x="359569" y="-1063514"/>
            <a:ext cx="5458968" cy="210312"/>
          </a:xfrm>
          <a:prstGeom prst="rect">
            <a:avLst/>
          </a:prstGeom>
        </p:spPr>
        <p:txBody>
          <a:bodyPr vert="horz" lIns="0" tIns="0" rIns="72000" bIns="0" rtlCol="0" anchor="t" anchorCtr="0">
            <a:noAutofit/>
          </a:bodyPr>
          <a:lstStyle>
            <a:lvl1pPr marL="0" eaLnBrk="1" hangingPunct="1">
              <a:spcBef>
                <a:spcPts val="1200"/>
              </a:spcBef>
              <a:spcAft>
                <a:spcPts val="600"/>
              </a:spcAft>
              <a:defRPr sz="900">
                <a:solidFill>
                  <a:schemeClr val="tx1"/>
                </a:solidFill>
                <a:latin typeface="+mn-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0" indent="0" defTabSz="914400" eaLnBrk="1" fontAlgn="auto" latinLnBrk="0" hangingPunct="1">
              <a:lnSpc>
                <a:spcPct val="100000"/>
              </a:lnSpc>
              <a:spcBef>
                <a:spcPts val="1200"/>
              </a:spcBef>
              <a:spcAft>
                <a:spcPts val="600"/>
              </a:spcAft>
              <a:buClrTx/>
              <a:buSzTx/>
              <a:buFontTx/>
              <a:buNone/>
              <a:tabLst/>
              <a:defRPr/>
            </a:pPr>
            <a:r>
              <a:rPr kumimoji="0" lang="en-US" sz="900" b="0" i="0" u="none" strike="noStrike" kern="0" cap="none" spc="0" normalizeH="0" baseline="0" noProof="0" dirty="0">
                <a:ln>
                  <a:noFill/>
                </a:ln>
                <a:solidFill>
                  <a:srgbClr val="435254"/>
                </a:solidFill>
                <a:effectLst/>
                <a:uLnTx/>
                <a:uFillTx/>
                <a:latin typeface="Calibre"/>
                <a:ea typeface="+mn-ea"/>
                <a:cs typeface="+mn-cs"/>
              </a:rPr>
              <a:t>FIGURE 1: Submarket Statistics by Product Type</a:t>
            </a:r>
          </a:p>
        </p:txBody>
      </p:sp>
      <p:sp>
        <p:nvSpPr>
          <p:cNvPr id="2" name="Arrows Disclaimer Text">
            <a:extLst>
              <a:ext uri="{FF2B5EF4-FFF2-40B4-BE49-F238E27FC236}">
                <a16:creationId xmlns:a16="http://schemas.microsoft.com/office/drawing/2014/main" id="{4F4ED746-5E0B-6F00-2AEC-E0564DA1514C}"/>
              </a:ext>
            </a:extLst>
          </p:cNvPr>
          <p:cNvSpPr txBox="1"/>
          <p:nvPr/>
        </p:nvSpPr>
        <p:spPr>
          <a:xfrm>
            <a:off x="416854" y="1972345"/>
            <a:ext cx="1860550" cy="82550"/>
          </a:xfrm>
          <a:prstGeom prst="rect">
            <a:avLst/>
          </a:prstGeom>
          <a:noFill/>
        </p:spPr>
        <p:txBody>
          <a:bodyPr wrap="square" lIns="0" tIns="0" rIns="0" bIns="0" rtlCol="0" anchor="ctr" anchorCtr="0">
            <a:noAutofit/>
          </a:bodyPr>
          <a:lstStyle/>
          <a:p>
            <a:pPr marL="0" marR="0" lvl="0" indent="0" algn="l" defTabSz="914400" eaLnBrk="1" fontAlgn="auto" latinLnBrk="0" hangingPunct="1">
              <a:lnSpc>
                <a:spcPct val="100000"/>
              </a:lnSpc>
              <a:spcBef>
                <a:spcPts val="1200"/>
              </a:spcBef>
              <a:spcAft>
                <a:spcPts val="1200"/>
              </a:spcAft>
              <a:buClrTx/>
              <a:buSzTx/>
              <a:buFontTx/>
              <a:buNone/>
              <a:tabLst/>
              <a:defRPr/>
            </a:pPr>
            <a:r>
              <a:rPr kumimoji="0" lang="en-US" sz="800" b="0" i="0" u="none" strike="noStrike" kern="0" cap="none" spc="0" normalizeH="0" baseline="0" noProof="0" dirty="0">
                <a:ln>
                  <a:noFill/>
                </a:ln>
                <a:solidFill>
                  <a:srgbClr val="435254"/>
                </a:solidFill>
                <a:effectLst/>
                <a:uLnTx/>
                <a:uFillTx/>
                <a:latin typeface="Barlow Condensed Thin" pitchFamily="2" charset="77"/>
                <a:ea typeface="+mn-ea"/>
                <a:cs typeface="+mn-cs"/>
              </a:rPr>
              <a:t>Note: Arrows indicate change from previous quarter.</a:t>
            </a:r>
          </a:p>
        </p:txBody>
      </p:sp>
    </p:spTree>
    <p:extLst>
      <p:ext uri="{BB962C8B-B14F-4D97-AF65-F5344CB8AC3E}">
        <p14:creationId xmlns:p14="http://schemas.microsoft.com/office/powerpoint/2010/main" val="3912062112"/>
      </p:ext>
    </p:extLst>
  </p:cSld>
  <p:clrMapOvr>
    <a:masterClrMapping/>
  </p:clrMapOvr>
</p:sld>
</file>

<file path=ppt/theme/theme1.xml><?xml version="1.0" encoding="utf-8"?>
<a:theme xmlns:a="http://schemas.openxmlformats.org/drawingml/2006/main" name="Brief Master - 20210802">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80BBAD"/>
      </a:hlink>
      <a:folHlink>
        <a:srgbClr val="D1D1D3"/>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a:noFill/>
        </a:ln>
      </a:spPr>
      <a:bodyPr lIns="45720" tIns="0" rIns="45720" bIns="0" rtlCol="0" anchor="ctr"/>
      <a:lstStyle>
        <a:defPPr algn="ctr">
          <a:spcAft>
            <a:spcPts val="300"/>
          </a:spcAft>
          <a:defRPr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lgn="l">
          <a:defRPr dirty="0" smtClean="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Presentation2" id="{C2CD1A44-1C1E-3644-A123-7B06D162EE54}" vid="{46271BD5-B5FE-B546-BF4F-38C1A5A7B3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e767a3e-36d8-4341-a9b3-8a01d66037db}" enabled="1" method="Privileged" siteId="{0159e9d0-09a0-4edf-96ba-a3deea363c28}"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17</TotalTime>
  <Words>76</Words>
  <Application>Microsoft Macintosh PowerPoint</Application>
  <PresentationFormat>Custom</PresentationFormat>
  <Paragraphs>15</Paragraphs>
  <Slides>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Aptos</vt:lpstr>
      <vt:lpstr>Arial Narrow</vt:lpstr>
      <vt:lpstr>Barlow Condensed Light</vt:lpstr>
      <vt:lpstr>Barlow Condensed Thin</vt:lpstr>
      <vt:lpstr>Calibre</vt:lpstr>
      <vt:lpstr>Calibre Light</vt:lpstr>
      <vt:lpstr>Calibre Medium</vt:lpstr>
      <vt:lpstr>Calibre Semibold</vt:lpstr>
      <vt:lpstr>Financier Display</vt:lpstr>
      <vt:lpstr>SwissReSansOTLight</vt:lpstr>
      <vt:lpstr>Brief Master - 20210802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Kalwakurthy, Akhil @ Global D&amp;T Contractor</dc:creator>
  <cp:lastModifiedBy>Jain Prateek</cp:lastModifiedBy>
  <cp:revision>22</cp:revision>
  <dcterms:created xsi:type="dcterms:W3CDTF">2025-11-11T11:21:12Z</dcterms:created>
  <dcterms:modified xsi:type="dcterms:W3CDTF">2026-01-20T08:19:38Z</dcterms:modified>
</cp:coreProperties>
</file>