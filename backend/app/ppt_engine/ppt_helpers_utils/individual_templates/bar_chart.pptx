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1" autoAdjust="0"/>
    <p:restoredTop sz="94612"/>
  </p:normalViewPr>
  <p:slideViewPr>
    <p:cSldViewPr snapToGrid="0">
      <p:cViewPr varScale="1">
        <p:scale>
          <a:sx n="90" d="100"/>
          <a:sy n="90" d="100"/>
        </p:scale>
        <p:origin x="232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784557018228343E-2"/>
          <c:y val="0.10187667560321716"/>
          <c:w val="0.93421544298177162"/>
          <c:h val="0.7031680672452472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Sheet1!$B$2:$B$20</c:f>
              <c:numCache>
                <c:formatCode>#,##0</c:formatCode>
                <c:ptCount val="19"/>
                <c:pt idx="0">
                  <c:v>2092522</c:v>
                </c:pt>
                <c:pt idx="1">
                  <c:v>4777077</c:v>
                </c:pt>
                <c:pt idx="2">
                  <c:v>4457508</c:v>
                </c:pt>
                <c:pt idx="3">
                  <c:v>5503656</c:v>
                </c:pt>
                <c:pt idx="4">
                  <c:v>7792381</c:v>
                </c:pt>
                <c:pt idx="5">
                  <c:v>9412478</c:v>
                </c:pt>
                <c:pt idx="6">
                  <c:v>6224787</c:v>
                </c:pt>
                <c:pt idx="7">
                  <c:v>7499978</c:v>
                </c:pt>
                <c:pt idx="8">
                  <c:v>9001547</c:v>
                </c:pt>
                <c:pt idx="9">
                  <c:v>5291616</c:v>
                </c:pt>
                <c:pt idx="10">
                  <c:v>2838776</c:v>
                </c:pt>
                <c:pt idx="11">
                  <c:v>4180651</c:v>
                </c:pt>
                <c:pt idx="12">
                  <c:v>1217145</c:v>
                </c:pt>
                <c:pt idx="13">
                  <c:v>7703111</c:v>
                </c:pt>
                <c:pt idx="14">
                  <c:v>2957858</c:v>
                </c:pt>
                <c:pt idx="15">
                  <c:v>4365820</c:v>
                </c:pt>
                <c:pt idx="16">
                  <c:v>3171942</c:v>
                </c:pt>
                <c:pt idx="17">
                  <c:v>5355542</c:v>
                </c:pt>
                <c:pt idx="18">
                  <c:v>4731569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22-0F44-BCFC-4109157F5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38293936"/>
        <c:axId val="1738299696"/>
      </c:barChart>
      <c:catAx>
        <c:axId val="1738293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8299696"/>
        <c:crosses val="autoZero"/>
        <c:auto val="1"/>
        <c:lblAlgn val="ctr"/>
        <c:lblOffset val="100"/>
        <c:noMultiLvlLbl val="0"/>
      </c:catAx>
      <c:valAx>
        <c:axId val="1738299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12A2D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Sq. Ft. millions</a:t>
                </a:r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12A2D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_);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8293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rgbClr val="012A2D"/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C927C-9A6F-53C7-1A91-072D17C4B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6DBDB-3878-1B99-6B2D-745F9E95C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ABEB7-FA15-2DA3-1E7E-5BF03DBAE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BC0D-8253-44E6-A2E9-8B5448039C9E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949D6-439E-36FC-569B-7D9E58C9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06DF4-A445-9E5E-45EF-39326FD7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B876-9D39-4D72-858B-14089EEE0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361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A826-2AFB-2E21-4AC4-256D96B5A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A0D5D-5C4D-1834-079D-585A3E4DA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4B304-7F0A-51F8-DD49-7632F002F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BC0D-8253-44E6-A2E9-8B5448039C9E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1FC53-8AE0-DB48-C6BD-9077B889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AF111-F228-72AA-55C8-9A33B376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B876-9D39-4D72-858B-14089EEE0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4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A96F9-CE37-2EB7-26B3-AE8505354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DF90E-EE2B-7DD8-8307-12C0D9E3B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40C45-9C42-C68D-8245-D85359B5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BC0D-8253-44E6-A2E9-8B5448039C9E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1944E-20E8-81E1-77E0-628CEDCCC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AB1A0-5492-C101-3964-D574BE84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B876-9D39-4D72-858B-14089EEE0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616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F2AF-D105-619E-1BDD-EC44A110F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92E04-51F5-C3B9-BFD6-001732C33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7C5AC-840D-1522-8063-7B3CC523D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9FF8B-83A4-D467-03D0-15003E67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BC0D-8253-44E6-A2E9-8B5448039C9E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46529-44F7-3F5C-9423-8AA3727C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D5E13-641B-ACFB-4109-487271EA5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B876-9D39-4D72-858B-14089EEE0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584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92C3F-9977-8978-0D99-CAE1B855F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3C012-E1D9-A093-7AED-5CE1442FD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46D70-74BB-0F34-B6C6-736616EE1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4912C9-D658-55F8-7EBA-E80A68B8F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1C9D4-DABA-8795-FDF2-990696935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DDE486-DCE8-FE3B-A029-665BF03B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BC0D-8253-44E6-A2E9-8B5448039C9E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7F0135-15B4-CA5A-EB76-780451B47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2048A9-692E-C24C-FF57-74F3B248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B876-9D39-4D72-858B-14089EEE0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096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DBF0-559A-14F9-DDD2-BB4E341C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CDB92-710E-6398-22DC-F76532F0E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BC0D-8253-44E6-A2E9-8B5448039C9E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6E4AA-B0D6-4352-82F3-3AF9BFB2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4B3DF-EE36-6388-080B-E893BCE47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B876-9D39-4D72-858B-14089EEE0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22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6B464B-9B90-EE69-F9A4-04D5BB63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BC0D-8253-44E6-A2E9-8B5448039C9E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72F048-1EFD-C6C1-EAD4-42ED7794B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95430-E81D-C0EE-9AEC-5D4DAC11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B876-9D39-4D72-858B-14089EEE0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756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1DDDD-4F14-FBE0-1432-683504F0C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2F8B7-C105-4BBE-5F11-FC14C2812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EFED8-2A1C-9C05-AE1F-9CA52D6D2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FDFB0-0AED-57DF-A0D2-04F16C42C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BC0D-8253-44E6-A2E9-8B5448039C9E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9B029-F841-A3A6-2291-F64F7953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B61AC-194B-0197-0362-D2578D12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B876-9D39-4D72-858B-14089EEE0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071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FB8D-83C9-2829-0A97-572758AA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95352F-03DB-1F80-4D39-74A7A1CF83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E26C6-4262-727C-E180-7D7B3CB7F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1C843-EB1F-DBBE-B942-0DF573259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BC0D-8253-44E6-A2E9-8B5448039C9E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D2F0C-434A-3C68-3B45-94707C7EF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AFCFE-6F2D-A802-0977-8F7CF2B77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B876-9D39-4D72-858B-14089EEE0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36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615A-4E32-BA0E-F915-33A94C33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27576-05A9-6864-09BC-9A02BFA1B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BA17F-1B89-1CF3-A3B0-554F2C82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BC0D-8253-44E6-A2E9-8B5448039C9E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2B748-6C5B-8351-B886-7655A6378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948DD-13FC-FB3F-44B8-1A50F766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B876-9D39-4D72-858B-14089EEE0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09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26654-5EDA-C76E-B7A2-A82A37E73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ABF9B-F1E2-20C1-0EB6-0A427EFF1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8E4AF-9F3D-C8CE-8540-F87B4F88E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BC0D-8253-44E6-A2E9-8B5448039C9E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C77D7-A78C-EA46-6967-CC05B2F93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92A12-DA32-A6E6-068B-3DE1A42C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B876-9D39-4D72-858B-14089EEE0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784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0201C3-9064-7DFD-C1A9-45409CA8B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DB153-CCD3-8FC2-EE53-0F6D841A3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E0F74-447F-437B-66D4-49E1E077A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ABC0D-8253-44E6-A2E9-8B5448039C9E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51C60-C325-5042-1D52-F3BEBCDA2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CBBA8-0D14-93F7-5016-82D86CF86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AB876-9D39-4D72-858B-14089EEE0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379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lide_4_chart_1">
            <a:extLst>
              <a:ext uri="{FF2B5EF4-FFF2-40B4-BE49-F238E27FC236}">
                <a16:creationId xmlns:a16="http://schemas.microsoft.com/office/drawing/2014/main" id="{7C40ED57-CFF0-FA73-B451-1BCFCC2073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5225337"/>
              </p:ext>
            </p:extLst>
          </p:nvPr>
        </p:nvGraphicFramePr>
        <p:xfrm>
          <a:off x="2214541" y="1820525"/>
          <a:ext cx="5459412" cy="2288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05311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b24e89f-6132-424b-9c64-0340397f5d20}" enabled="1" method="Privileged" siteId="{0159e9d0-09a0-4edf-96ba-a3deea363c2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Mayilvaganan</dc:creator>
  <cp:lastModifiedBy>Jain Prateek</cp:lastModifiedBy>
  <cp:revision>4</cp:revision>
  <dcterms:created xsi:type="dcterms:W3CDTF">2025-09-30T07:29:41Z</dcterms:created>
  <dcterms:modified xsi:type="dcterms:W3CDTF">2025-12-03T09:26:24Z</dcterms:modified>
</cp:coreProperties>
</file>