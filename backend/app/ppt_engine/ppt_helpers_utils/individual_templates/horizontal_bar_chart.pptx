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5" autoAdjust="0"/>
    <p:restoredTop sz="94684"/>
  </p:normalViewPr>
  <p:slideViewPr>
    <p:cSldViewPr snapToGrid="0">
      <p:cViewPr varScale="1">
        <p:scale>
          <a:sx n="114" d="100"/>
          <a:sy n="114" d="100"/>
        </p:scale>
        <p:origin x="5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504601746355257"/>
          <c:y val="3.0180326823489143E-3"/>
          <c:w val="0.7729790321854707"/>
          <c:h val="0.9542222378241480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Leasing Activity</c:v>
                </c:pt>
              </c:strCache>
            </c:strRef>
          </c:tx>
          <c:spPr>
            <a:solidFill>
              <a:schemeClr val="bg2"/>
            </a:solidFill>
            <a:ln w="19050">
              <a:noFill/>
            </a:ln>
            <a:effectLst/>
            <a:sp3d prstMaterial="flat"/>
            <a:extLst>
              <a:ext uri="{91240B29-F687-4F45-9708-019B960494DF}">
                <a14:hiddenLine xmlns:a14="http://schemas.microsoft.com/office/drawing/2010/main" w="19050">
                  <a:solidFill>
                    <a:srgbClr val="FFFFFF"/>
                  </a:solidFill>
                </a14:hiddenLine>
              </a:ext>
            </a:extLst>
          </c:spPr>
          <c:invertIfNegative val="0"/>
          <c:dPt>
            <c:idx val="1"/>
            <c:invertIfNegative val="0"/>
            <c:bubble3D val="0"/>
            <c:spPr>
              <a:solidFill>
                <a:schemeClr val="bg2"/>
              </a:solidFill>
              <a:ln w="19050">
                <a:noFill/>
              </a:ln>
              <a:effectLst/>
              <a:sp3d prstMaterial="flat"/>
              <a:extLst>
                <a:ext uri="{91240B29-F687-4F45-9708-019B960494DF}">
                  <a14:hiddenLine xmlns:a14="http://schemas.microsoft.com/office/drawing/2010/main" w="19050">
                    <a:solidFill>
                      <a:srgbClr val="FFFFFF"/>
                    </a:solidFill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1-5C46-7146-8FEC-C6C46AF4F13D}"/>
              </c:ext>
            </c:extLst>
          </c:dPt>
          <c:dPt>
            <c:idx val="6"/>
            <c:invertIfNegative val="0"/>
            <c:bubble3D val="0"/>
            <c:spPr>
              <a:solidFill>
                <a:schemeClr val="bg2"/>
              </a:solidFill>
              <a:ln w="19050">
                <a:noFill/>
              </a:ln>
              <a:effectLst/>
              <a:sp3d prstMaterial="flat"/>
              <a:extLst>
                <a:ext uri="{91240B29-F687-4F45-9708-019B960494DF}">
                  <a14:hiddenLine xmlns:a14="http://schemas.microsoft.com/office/drawing/2010/main" w="19050">
                    <a:solidFill>
                      <a:srgbClr val="FFFFFF"/>
                    </a:solidFill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3-5C46-7146-8FEC-C6C46AF4F13D}"/>
              </c:ext>
            </c:extLst>
          </c:dPt>
          <c:dPt>
            <c:idx val="9"/>
            <c:invertIfNegative val="0"/>
            <c:bubble3D val="0"/>
            <c:spPr>
              <a:solidFill>
                <a:schemeClr val="bg2"/>
              </a:solidFill>
              <a:ln w="19050">
                <a:noFill/>
              </a:ln>
              <a:effectLst/>
              <a:sp3d prstMaterial="flat"/>
              <a:extLst>
                <a:ext uri="{91240B29-F687-4F45-9708-019B960494DF}">
                  <a14:hiddenLine xmlns:a14="http://schemas.microsoft.com/office/drawing/2010/main" w="19050">
                    <a:solidFill>
                      <a:srgbClr val="FFFFFF"/>
                    </a:solidFill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5-5C46-7146-8FEC-C6C46AF4F13D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2"/>
              </a:solidFill>
              <a:ln w="19050">
                <a:noFill/>
              </a:ln>
              <a:effectLst/>
              <a:sp3d prstMaterial="flat"/>
              <a:extLst>
                <a:ext uri="{91240B29-F687-4F45-9708-019B960494DF}">
                  <a14:hiddenLine xmlns:a14="http://schemas.microsoft.com/office/drawing/2010/main" w="19050">
                    <a:solidFill>
                      <a:srgbClr val="FFFFFF"/>
                    </a:solidFill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7-5C46-7146-8FEC-C6C46AF4F13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435254"/>
                    </a:solidFill>
                    <a:latin typeface="Calibre Regular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Madison County</c:v>
                </c:pt>
                <c:pt idx="1">
                  <c:v>East</c:v>
                </c:pt>
                <c:pt idx="2">
                  <c:v>Licking County</c:v>
                </c:pt>
                <c:pt idx="3">
                  <c:v>Southeast</c:v>
                </c:pt>
                <c:pt idx="4">
                  <c:v>West</c:v>
                </c:pt>
                <c:pt idx="5">
                  <c:v>Southwest</c:v>
                </c:pt>
                <c:pt idx="6">
                  <c:v>Delaware County</c:v>
                </c:pt>
                <c:pt idx="7">
                  <c:v>Northeast</c:v>
                </c:pt>
                <c:pt idx="8">
                  <c:v>Pickaway County</c:v>
                </c:pt>
                <c:pt idx="9">
                  <c:v>Central</c:v>
                </c:pt>
                <c:pt idx="10">
                  <c:v>Union County</c:v>
                </c:pt>
                <c:pt idx="11">
                  <c:v>Fairfield County</c:v>
                </c:pt>
                <c:pt idx="12">
                  <c:v>Northwest</c:v>
                </c:pt>
              </c:strCache>
            </c:strRef>
          </c:cat>
          <c:val>
            <c:numRef>
              <c:f>Sheet1!$B$2:$B$14</c:f>
              <c:numCache>
                <c:formatCode>#,##0</c:formatCode>
                <c:ptCount val="13"/>
                <c:pt idx="0">
                  <c:v>1355350</c:v>
                </c:pt>
                <c:pt idx="1">
                  <c:v>874813</c:v>
                </c:pt>
                <c:pt idx="2">
                  <c:v>859231</c:v>
                </c:pt>
                <c:pt idx="3">
                  <c:v>645520</c:v>
                </c:pt>
                <c:pt idx="4">
                  <c:v>607907</c:v>
                </c:pt>
                <c:pt idx="5">
                  <c:v>140394</c:v>
                </c:pt>
                <c:pt idx="6">
                  <c:v>77271</c:v>
                </c:pt>
                <c:pt idx="7">
                  <c:v>70767</c:v>
                </c:pt>
                <c:pt idx="8">
                  <c:v>57279</c:v>
                </c:pt>
                <c:pt idx="9">
                  <c:v>37037</c:v>
                </c:pt>
                <c:pt idx="10">
                  <c:v>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C46-7146-8FEC-C6C46AF4F1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161928176"/>
        <c:axId val="1161928536"/>
      </c:barChart>
      <c:valAx>
        <c:axId val="1161928536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out"/>
        <c:minorTickMark val="none"/>
        <c:tickLblPos val="nextTo"/>
        <c:crossAx val="1161928176"/>
        <c:crosses val="autoZero"/>
        <c:crossBetween val="between"/>
      </c:valAx>
      <c:catAx>
        <c:axId val="11619281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435254"/>
                </a:solidFill>
                <a:latin typeface="Calibre Regular"/>
                <a:ea typeface="+mn-ea"/>
                <a:cs typeface="+mn-cs"/>
              </a:defRPr>
            </a:pPr>
            <a:endParaRPr lang="en-US"/>
          </a:p>
        </c:txPr>
        <c:crossAx val="116192853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>
          <a:outerShdw blurRad="63500" dist="37357" dir="2700000" sx="0" sy="0" rotWithShape="0">
            <a:scrgbClr r="0" g="0" b="0">
              <a:alpha val="0"/>
            </a:scrgbClr>
          </a:outerShdw>
        </a:effectLst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>
      <a:outerShdw blurRad="63500" dist="37357" dir="2700000" sx="0" sy="0" rotWithShape="0">
        <a:scrgbClr r="0" g="0" b="0">
          <a:alpha val="0"/>
        </a:scrgbClr>
      </a:outerShdw>
    </a:effectLst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900">
          <a:solidFill>
            <a:srgbClr val="435254"/>
          </a:solidFill>
          <a:latin typeface="Calibre Regular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17E65-ED94-1CE0-8207-AA980380C7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118074-A125-F923-E016-D51B37BA73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B2DA4-D44D-7F14-8E95-E93D92AC9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ABEA3-42CC-4E23-9AE4-9910C1E98868}" type="datetimeFigureOut">
              <a:rPr lang="en-IN" smtClean="0"/>
              <a:t>04/12/25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B9F49-D51B-CA4E-EA67-7FE38B6FB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364A5-47FF-7FFE-8E3F-B66434065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90CBE-00A4-46CD-A9D7-F64A83E55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332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91B5D-6F28-B512-2CC4-8A6F08F03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6DD05-FB53-46B2-0EF0-BED21CB33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72E7A-547E-03F2-5783-936CE93CB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ABEA3-42CC-4E23-9AE4-9910C1E98868}" type="datetimeFigureOut">
              <a:rPr lang="en-IN" smtClean="0"/>
              <a:t>04/12/25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B3A60-7DA2-AA44-A435-B0CCFB86E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71750-4CB3-EF4E-D946-44A227769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90CBE-00A4-46CD-A9D7-F64A83E55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622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20EF1-BFBD-6603-1E36-4A17AC722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34C7C-548A-39B3-D368-EE5EA9DDE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0FDF5-EE8C-B2CC-CFD2-F9BFE5F72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ABEA3-42CC-4E23-9AE4-9910C1E98868}" type="datetimeFigureOut">
              <a:rPr lang="en-IN" smtClean="0"/>
              <a:t>04/12/25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4822B-C6A7-11D4-7634-B870C64CD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3DD6D-828C-B48F-B2E5-A1E3E856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90CBE-00A4-46CD-A9D7-F64A83E55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94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97516-DCED-DAD9-CA71-B08804CB7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B1DFB-58DC-7527-C25B-093BC7FED8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661540-71AF-CB53-B98B-2029FC5C2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3D931-B6CE-FE0D-496F-46ED0123C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ABEA3-42CC-4E23-9AE4-9910C1E98868}" type="datetimeFigureOut">
              <a:rPr lang="en-IN" smtClean="0"/>
              <a:t>04/12/25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733F0-4F88-F1EF-DEC0-CB5DD4C5E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83A38-5B8E-945D-D0ED-A08AFA000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90CBE-00A4-46CD-A9D7-F64A83E55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117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86271-0CD1-D5DB-7A80-678BC7CED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7D345-929C-091D-6B9E-8CDF3EC68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3A5D8-6E80-4FB2-9B6D-AD356D4C6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17CD8D-3971-649F-A842-2739D0F513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542C9E-177A-B7AF-CCA7-16C5F456E7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A2489F-8E56-15BC-CCDA-C408F2A28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ABEA3-42CC-4E23-9AE4-9910C1E98868}" type="datetimeFigureOut">
              <a:rPr lang="en-IN" smtClean="0"/>
              <a:t>04/12/25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B62CEC-2E01-7965-C398-FF80E7A4A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3F2412-B077-BD24-60E4-79B8D32BD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90CBE-00A4-46CD-A9D7-F64A83E55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564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BA015-ADDC-9D25-C549-38B80840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36CA79-C929-D3A4-3203-269F81847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ABEA3-42CC-4E23-9AE4-9910C1E98868}" type="datetimeFigureOut">
              <a:rPr lang="en-IN" smtClean="0"/>
              <a:t>04/12/25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98F7BA-E5B5-A192-4687-13BA2CD1F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CFF6A-AEAB-B470-9657-608730774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90CBE-00A4-46CD-A9D7-F64A83E55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0882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34E1E7-A3AC-409D-3208-4F2645179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ABEA3-42CC-4E23-9AE4-9910C1E98868}" type="datetimeFigureOut">
              <a:rPr lang="en-IN" smtClean="0"/>
              <a:t>04/12/25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7750F5-E3AD-7B5A-6007-D40B78164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5FD87-8063-FF6E-D2EE-055979F89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90CBE-00A4-46CD-A9D7-F64A83E55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041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6EF0B-FDB4-A1E8-5380-CB26A54B7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82036-F59F-501A-25D7-83F1AFA64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CF5DD-6303-F3EE-D980-17C4873B19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E2F6EF-C843-EBDE-68E5-9416C7853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ABEA3-42CC-4E23-9AE4-9910C1E98868}" type="datetimeFigureOut">
              <a:rPr lang="en-IN" smtClean="0"/>
              <a:t>04/12/25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503A3A-94BE-C4AF-FEA1-F486B7350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7C06F-A9D1-92D9-B493-E1E84061E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90CBE-00A4-46CD-A9D7-F64A83E55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761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C1BBA-D199-8908-325B-08B9A845B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1B24C9-2543-94C2-3B3F-79AD24A932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AC9D9-B50B-2B32-7FE2-613AD1F5DE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5DC560-DA80-0796-C236-0CF22F23D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ABEA3-42CC-4E23-9AE4-9910C1E98868}" type="datetimeFigureOut">
              <a:rPr lang="en-IN" smtClean="0"/>
              <a:t>04/12/25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FF0A2-F0CC-07E0-98A8-2AAD5DEE6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441436-BEEC-298D-EC1E-D5E3C8E58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90CBE-00A4-46CD-A9D7-F64A83E55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74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D4DE-D242-58A0-D34B-069DE7AAC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0EE165-CD77-03FC-1008-A410E2021A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8C0EE-B918-EA05-F267-D86209997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ABEA3-42CC-4E23-9AE4-9910C1E98868}" type="datetimeFigureOut">
              <a:rPr lang="en-IN" smtClean="0"/>
              <a:t>04/12/25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626B0-8696-3BAC-2DDE-CF228A3FD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BF295-E1E6-A803-1645-4084A450C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90CBE-00A4-46CD-A9D7-F64A83E55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638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05E2E5-B372-E2DE-9877-E391AA297C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C9B89-1208-A2AF-7BF7-A593F9564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D90E8-AFEE-4628-5FF7-B42127C28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ABEA3-42CC-4E23-9AE4-9910C1E98868}" type="datetimeFigureOut">
              <a:rPr lang="en-IN" smtClean="0"/>
              <a:t>04/12/25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65546-A33E-665F-2FF1-3B8251870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9404D-031E-7B99-A9B3-9224EE4F2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90CBE-00A4-46CD-A9D7-F64A83E55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718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80DE53-EC8E-B378-63A2-7FA8D26C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0803A-067D-4442-7ABF-DE16F50C0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E266A-2DBC-C535-1281-CEE0A38D4A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AABEA3-42CC-4E23-9AE4-9910C1E98868}" type="datetimeFigureOut">
              <a:rPr lang="en-IN" smtClean="0"/>
              <a:t>04/12/25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D4780-94AD-C908-9595-6A396F5C95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5FC62-EB18-44E6-1FA2-22781814E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990CBE-00A4-46CD-A9D7-F64A83E55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746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lide_4_chart_2">
            <a:extLst>
              <a:ext uri="{FF2B5EF4-FFF2-40B4-BE49-F238E27FC236}">
                <a16:creationId xmlns:a16="http://schemas.microsoft.com/office/drawing/2014/main" id="{DECA6DC9-0445-F6CF-D7D5-FF50B54AD1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6246249"/>
              </p:ext>
            </p:extLst>
          </p:nvPr>
        </p:nvGraphicFramePr>
        <p:xfrm>
          <a:off x="2949305" y="1659544"/>
          <a:ext cx="5176839" cy="2383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50441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Varun Mayilvaganan</dc:creator>
  <cp:lastModifiedBy>Jain Prateek</cp:lastModifiedBy>
  <cp:revision>2</cp:revision>
  <dcterms:created xsi:type="dcterms:W3CDTF">2025-09-30T07:30:35Z</dcterms:created>
  <dcterms:modified xsi:type="dcterms:W3CDTF">2025-12-04T14:17:05Z</dcterms:modified>
</cp:coreProperties>
</file>